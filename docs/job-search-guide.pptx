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0df66f028247f7" /><Relationship Type="http://schemas.openxmlformats.org/officeDocument/2006/relationships/extended-properties" Target="/docProps/app.xml" Id="R6314082d70244bda" /><Relationship Type="http://schemas.openxmlformats.org/officeDocument/2006/relationships/officeDocument" Target="/ppt/presentation.xml" Id="Reb5e6a5c72404a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8d581475764358"/>
  </p:sldMasterIdLst>
  <p:notesMasterIdLst>
    <p:notesMasterId xmlns:r="http://schemas.openxmlformats.org/officeDocument/2006/relationships" r:id="R960565ce5f424b7e"/>
  </p:notesMasterIdLst>
  <p:sldIdLst>
    <p:sldId xmlns:r="http://schemas.openxmlformats.org/officeDocument/2006/relationships" id="256" r:id="R53768ee463ef49fe"/>
    <p:sldId xmlns:r="http://schemas.openxmlformats.org/officeDocument/2006/relationships" id="257" r:id="R74e0111f1cc744dc"/>
    <p:sldId xmlns:r="http://schemas.openxmlformats.org/officeDocument/2006/relationships" id="258" r:id="R89153d2c2f2047ef"/>
    <p:sldId xmlns:r="http://schemas.openxmlformats.org/officeDocument/2006/relationships" id="259" r:id="R702c3483b9da4c32"/>
    <p:sldId xmlns:r="http://schemas.openxmlformats.org/officeDocument/2006/relationships" id="260" r:id="Rd5dd379f4606407b"/>
    <p:sldId xmlns:r="http://schemas.openxmlformats.org/officeDocument/2006/relationships" id="261" r:id="R781b81e5b81445df"/>
    <p:sldId xmlns:r="http://schemas.openxmlformats.org/officeDocument/2006/relationships" id="262" r:id="R5cd081f57a76402d"/>
    <p:sldId xmlns:r="http://schemas.openxmlformats.org/officeDocument/2006/relationships" id="263" r:id="R6ee9fae6120a415b"/>
    <p:sldId xmlns:r="http://schemas.openxmlformats.org/officeDocument/2006/relationships" id="264" r:id="Rb9ba8ca223984431"/>
    <p:sldId xmlns:r="http://schemas.openxmlformats.org/officeDocument/2006/relationships" id="265" r:id="Rcd391bee7ad14cb8"/>
    <p:sldId xmlns:r="http://schemas.openxmlformats.org/officeDocument/2006/relationships" id="266" r:id="R9ed08ba151f64faf"/>
    <p:sldId xmlns:r="http://schemas.openxmlformats.org/officeDocument/2006/relationships" id="267" r:id="Rb3aba828b92a4853"/>
    <p:sldId xmlns:r="http://schemas.openxmlformats.org/officeDocument/2006/relationships" id="268" r:id="Rf8eac4ff4e094ad4"/>
    <p:sldId xmlns:r="http://schemas.openxmlformats.org/officeDocument/2006/relationships" id="269" r:id="Rb230648b6f0a4a7e"/>
    <p:sldId xmlns:r="http://schemas.openxmlformats.org/officeDocument/2006/relationships" id="270" r:id="R151ab4cefc89450c"/>
    <p:sldId xmlns:r="http://schemas.openxmlformats.org/officeDocument/2006/relationships" id="271" r:id="R22dd67c157064f3b"/>
    <p:sldId xmlns:r="http://schemas.openxmlformats.org/officeDocument/2006/relationships" id="272" r:id="Re483d40aa6144ba0"/>
    <p:sldId xmlns:r="http://schemas.openxmlformats.org/officeDocument/2006/relationships" id="273" r:id="Re44d5d76e1054c58"/>
    <p:sldId xmlns:r="http://schemas.openxmlformats.org/officeDocument/2006/relationships" id="274" r:id="R7cab26d2677a4fc8"/>
    <p:sldId xmlns:r="http://schemas.openxmlformats.org/officeDocument/2006/relationships" id="275" r:id="Rc5f3a2748aa346f7"/>
    <p:sldId xmlns:r="http://schemas.openxmlformats.org/officeDocument/2006/relationships" id="276" r:id="Rd561fee023f744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068fc253334643" /><Relationship Type="http://schemas.openxmlformats.org/officeDocument/2006/relationships/slideMaster" Target="/ppt/slideMasters/slideMaster1.xml" Id="Rab8d581475764358" /><Relationship Type="http://schemas.openxmlformats.org/officeDocument/2006/relationships/notesMaster" Target="/ppt/notesMasters/notesMaster1.xml" Id="R960565ce5f424b7e" /><Relationship Type="http://schemas.openxmlformats.org/officeDocument/2006/relationships/presProps" Target="/ppt/presProps.xml" Id="R8756ad4a40a8490e" /><Relationship Type="http://schemas.openxmlformats.org/officeDocument/2006/relationships/tableStyles" Target="/ppt/tableStyles.xml" Id="R9482ce7336aa478b" /><Relationship Type="http://schemas.openxmlformats.org/officeDocument/2006/relationships/slide" Target="/ppt/slides/slide1.xml" Id="R53768ee463ef49fe" /><Relationship Type="http://schemas.openxmlformats.org/officeDocument/2006/relationships/slide" Target="/ppt/slides/slide2.xml" Id="R74e0111f1cc744dc" /><Relationship Type="http://schemas.openxmlformats.org/officeDocument/2006/relationships/slide" Target="/ppt/slides/slide3.xml" Id="R89153d2c2f2047ef" /><Relationship Type="http://schemas.openxmlformats.org/officeDocument/2006/relationships/slide" Target="/ppt/slides/slide4.xml" Id="R702c3483b9da4c32" /><Relationship Type="http://schemas.openxmlformats.org/officeDocument/2006/relationships/slide" Target="/ppt/slides/slide5.xml" Id="Rd5dd379f4606407b" /><Relationship Type="http://schemas.openxmlformats.org/officeDocument/2006/relationships/slide" Target="/ppt/slides/slide6.xml" Id="R781b81e5b81445df" /><Relationship Type="http://schemas.openxmlformats.org/officeDocument/2006/relationships/slide" Target="/ppt/slides/slide7.xml" Id="R5cd081f57a76402d" /><Relationship Type="http://schemas.openxmlformats.org/officeDocument/2006/relationships/slide" Target="/ppt/slides/slide8.xml" Id="R6ee9fae6120a415b" /><Relationship Type="http://schemas.openxmlformats.org/officeDocument/2006/relationships/slide" Target="/ppt/slides/slide9.xml" Id="Rb9ba8ca223984431" /><Relationship Type="http://schemas.openxmlformats.org/officeDocument/2006/relationships/slide" Target="/ppt/slides/slide10.xml" Id="Rcd391bee7ad14cb8" /><Relationship Type="http://schemas.openxmlformats.org/officeDocument/2006/relationships/slide" Target="/ppt/slides/slide11.xml" Id="R9ed08ba151f64faf" /><Relationship Type="http://schemas.openxmlformats.org/officeDocument/2006/relationships/slide" Target="/ppt/slides/slide12.xml" Id="Rb3aba828b92a4853" /><Relationship Type="http://schemas.openxmlformats.org/officeDocument/2006/relationships/slide" Target="/ppt/slides/slide13.xml" Id="Rf8eac4ff4e094ad4" /><Relationship Type="http://schemas.openxmlformats.org/officeDocument/2006/relationships/slide" Target="/ppt/slides/slide14.xml" Id="Rb230648b6f0a4a7e" /><Relationship Type="http://schemas.openxmlformats.org/officeDocument/2006/relationships/slide" Target="/ppt/slides/slide15.xml" Id="R151ab4cefc89450c" /><Relationship Type="http://schemas.openxmlformats.org/officeDocument/2006/relationships/slide" Target="/ppt/slides/slide16.xml" Id="R22dd67c157064f3b" /><Relationship Type="http://schemas.openxmlformats.org/officeDocument/2006/relationships/slide" Target="/ppt/slides/slide17.xml" Id="Re483d40aa6144ba0" /><Relationship Type="http://schemas.openxmlformats.org/officeDocument/2006/relationships/slide" Target="/ppt/slides/slide18.xml" Id="Re44d5d76e1054c58" /><Relationship Type="http://schemas.openxmlformats.org/officeDocument/2006/relationships/slide" Target="/ppt/slides/slide19.xml" Id="R7cab26d2677a4fc8" /><Relationship Type="http://schemas.openxmlformats.org/officeDocument/2006/relationships/slide" Target="/ppt/slides/slide20.xml" Id="Rc5f3a2748aa346f7" /><Relationship Type="http://schemas.openxmlformats.org/officeDocument/2006/relationships/slide" Target="/ppt/slides/slide21.xml" Id="Rd561fee023f744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e8185348244a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20aba5f48a4bd0" /><Relationship Type="http://schemas.openxmlformats.org/officeDocument/2006/relationships/notesMaster" Target="/ppt/notesMasters/notesMaster1.xml" Id="Re9e694bb3f0c4a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e7e7e01b1144fd" /><Relationship Type="http://schemas.openxmlformats.org/officeDocument/2006/relationships/notesMaster" Target="/ppt/notesMasters/notesMaster1.xml" Id="Rb21af6bb775d4c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f3975226534ef3" /><Relationship Type="http://schemas.openxmlformats.org/officeDocument/2006/relationships/notesMaster" Target="/ppt/notesMasters/notesMaster1.xml" Id="Rf27e6c38524543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603883b71141d5" /><Relationship Type="http://schemas.openxmlformats.org/officeDocument/2006/relationships/notesMaster" Target="/ppt/notesMasters/notesMaster1.xml" Id="R7cf1820c3d0e44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1db395ae5a4ca4" /><Relationship Type="http://schemas.openxmlformats.org/officeDocument/2006/relationships/notesMaster" Target="/ppt/notesMasters/notesMaster1.xml" Id="R0959230580b74b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c4e51a664e4aac" /><Relationship Type="http://schemas.openxmlformats.org/officeDocument/2006/relationships/notesMaster" Target="/ppt/notesMasters/notesMaster1.xml" Id="R9a710814ba7947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bbc1af9da742ce" /><Relationship Type="http://schemas.openxmlformats.org/officeDocument/2006/relationships/notesMaster" Target="/ppt/notesMasters/notesMaster1.xml" Id="R85b9d053ffc945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88ea09c10a49e9" /><Relationship Type="http://schemas.openxmlformats.org/officeDocument/2006/relationships/notesMaster" Target="/ppt/notesMasters/notesMaster1.xml" Id="R3ff7ac6c545445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8e5e127f454814" /><Relationship Type="http://schemas.openxmlformats.org/officeDocument/2006/relationships/notesMaster" Target="/ppt/notesMasters/notesMaster1.xml" Id="Raf9d3bba7cb846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02e8e097864b17" /><Relationship Type="http://schemas.openxmlformats.org/officeDocument/2006/relationships/notesMaster" Target="/ppt/notesMasters/notesMaster1.xml" Id="R766dd3ed4f4946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f697e67b834f6b" /><Relationship Type="http://schemas.openxmlformats.org/officeDocument/2006/relationships/notesMaster" Target="/ppt/notesMasters/notesMaster1.xml" Id="Ra5f09aba28704d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4c6b40f41142bf" /><Relationship Type="http://schemas.openxmlformats.org/officeDocument/2006/relationships/notesMaster" Target="/ppt/notesMasters/notesMaster1.xml" Id="R39985577e6f244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d013961c3a4d98" /><Relationship Type="http://schemas.openxmlformats.org/officeDocument/2006/relationships/notesMaster" Target="/ppt/notesMasters/notesMaster1.xml" Id="R296199844c2d4f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0a96d4d4e04c56" /><Relationship Type="http://schemas.openxmlformats.org/officeDocument/2006/relationships/notesMaster" Target="/ppt/notesMasters/notesMaster1.xml" Id="Rb551276b272546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0c94fcc6b624f81" /><Relationship Type="http://schemas.openxmlformats.org/officeDocument/2006/relationships/notesMaster" Target="/ppt/notesMasters/notesMaster1.xml" Id="Rfd213dbaa94a4bf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001b55e5c64953" /><Relationship Type="http://schemas.openxmlformats.org/officeDocument/2006/relationships/notesMaster" Target="/ppt/notesMasters/notesMaster1.xml" Id="Rcd1cb4cd55724b3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f50a4f98ca74ba2" /><Relationship Type="http://schemas.openxmlformats.org/officeDocument/2006/relationships/notesMaster" Target="/ppt/notesMasters/notesMaster1.xml" Id="R3bb97f0a639c444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747d19a6acc4569" /><Relationship Type="http://schemas.openxmlformats.org/officeDocument/2006/relationships/notesMaster" Target="/ppt/notesMasters/notesMaster1.xml" Id="R07dcd7fc0687441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9231595e1b42c0" /><Relationship Type="http://schemas.openxmlformats.org/officeDocument/2006/relationships/notesMaster" Target="/ppt/notesMasters/notesMaster1.xml" Id="Re01e45fd7bda46e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5c84547cc44915" /><Relationship Type="http://schemas.openxmlformats.org/officeDocument/2006/relationships/notesMaster" Target="/ppt/notesMasters/notesMaster1.xml" Id="R13778fea8c2348c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6c14258190d4df2" /><Relationship Type="http://schemas.openxmlformats.org/officeDocument/2006/relationships/notesMaster" Target="/ppt/notesMasters/notesMaster1.xml" Id="Rb4f606a9bb5f40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OpenCode project and compatible skill discovery: https://opencode.ai/docs/skills/ . Current T3 composer uses $ skill picker: https://github.com/pingdotgg/t3code/blob/main/docs/user/composer.md#commands-and-skills . Older installed wrappers may differ. No end-to-end browser/mail/scheduler claim. Checked 14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app setup before the skill installation prompt. Connect the intended Gmail account through Codex Plugins or Claude Code Connectors; reuse a working connection. Google Calendar is optional for interview events. The skill still confirms project-specific read permission and account identity before inbox reads, and separate calendar selection/permission before event changes. Sources checked 14 September 2026: https://learn.chatgpt.com/docs/plugins ; https://code.claude.com/docs/en/desktop#connect-external-tools ; https://github.com/toughdave/job-search#f-optional-connect-gmail-before-the-first-message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Codex automatically detects skills; restart if stale: https://learn.chatgpt.com/docs/build-skills . Claude watches existing directories but a new top-level skills directory needs restart: https://code.claude.com/docs/en/skills#edit-a-skill . Direct file loading and native picker discovery are separate. OpenCode/T3 recovery is conditional on actual version and provider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skill compares the saved form with an independently derived candidate inventory, retains private evidence and checks consistency with form_review.py. An enabled Submit button alone is insufficient. The helper does not inspect the browser itself; actual saved-form inspection, document visual review and separate final-submission authorization remain required. Source: https://github.com/toughdave/job-search/blob/main/skills/job-search/references/form-completeness.md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fec6af7b7c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7aa73bf63d4d84" /><Relationship Type="http://schemas.openxmlformats.org/officeDocument/2006/relationships/slideLayout" Target="/ppt/slideLayouts/slideLayout1.xml" Id="R8f8bc791fdcc46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8bc791fdcc46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31e347c2e4c77" /><Relationship Type="http://schemas.openxmlformats.org/officeDocument/2006/relationships/hyperlink" Target="https://github.com/toughdave/job-search" TargetMode="External" Id="Rc9f14c07dfad4ed4" /><Relationship Type="http://schemas.openxmlformats.org/officeDocument/2006/relationships/notesSlide" Target="/ppt/notesSlides/notesSlide1.xml" Id="Re556ab2cb1bf45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d52baeb964b28" /><Relationship Type="http://schemas.openxmlformats.org/officeDocument/2006/relationships/hyperlink" Target="https://learn.chatgpt.com/docs/app" TargetMode="External" Id="R11758a60a1bf4aee" /><Relationship Type="http://schemas.openxmlformats.org/officeDocument/2006/relationships/hyperlink" Target="https://learn.chatgpt.com/docs/windows/windows-app#download-the-chatgpt-desktop-app" TargetMode="External" Id="R4ff27280e596437b" /><Relationship Type="http://schemas.openxmlformats.org/officeDocument/2006/relationships/hyperlink" Target="https://claude.com/download" TargetMode="External" Id="R7455e3c54aee46ef" /><Relationship Type="http://schemas.openxmlformats.org/officeDocument/2006/relationships/hyperlink" Target="https://code.claude.com/docs/en/desktop-quickstart" TargetMode="External" Id="Rcad99a27cfd1477f" /><Relationship Type="http://schemas.openxmlformats.org/officeDocument/2006/relationships/notesSlide" Target="/ppt/notesSlides/notesSlide2.xml" Id="R276fd800237746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e99e0b8d94a55" /><Relationship Type="http://schemas.openxmlformats.org/officeDocument/2006/relationships/hyperlink" Target="https://github.com/toughdave/job-search/blob/main/docs/setup.md#other-apps-and-available-tools" TargetMode="External" Id="R135b033a01a34fe3" /><Relationship Type="http://schemas.openxmlformats.org/officeDocument/2006/relationships/notesSlide" Target="/ppt/notesSlides/notesSlide3.xml" Id="Rb5e616f90e8e44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633dbe1c74cc0" /><Relationship Type="http://schemas.openxmlformats.org/officeDocument/2006/relationships/image" Target="/ppt/media/image.png" Id="R847439ab3e2242fc" /><Relationship Type="http://schemas.openxmlformats.org/officeDocument/2006/relationships/notesSlide" Target="/ppt/notesSlides/notesSlide4.xml" Id="R5a944d61794b46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0687137594b01" /><Relationship Type="http://schemas.openxmlformats.org/officeDocument/2006/relationships/image" Target="/ppt/media/image2.png" Id="Rfaeab7a2061a4423" /><Relationship Type="http://schemas.openxmlformats.org/officeDocument/2006/relationships/notesSlide" Target="/ppt/notesSlides/notesSlide5.xml" Id="R10e8d8a0d68849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04bf420634a7f" /><Relationship Type="http://schemas.openxmlformats.org/officeDocument/2006/relationships/image" Target="/ppt/media/image3.png" Id="R42da99b199e54791" /><Relationship Type="http://schemas.openxmlformats.org/officeDocument/2006/relationships/notesSlide" Target="/ppt/notesSlides/notesSlide6.xml" Id="Rd5b9f75c9c914a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7cafdfb154a55" /><Relationship Type="http://schemas.openxmlformats.org/officeDocument/2006/relationships/image" Target="/ppt/media/image4.png" Id="Re221bf588e414273" /><Relationship Type="http://schemas.openxmlformats.org/officeDocument/2006/relationships/notesSlide" Target="/ppt/notesSlides/notesSlide7.xml" Id="Rf9446ead62cb42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4a56b798843d6" /><Relationship Type="http://schemas.openxmlformats.org/officeDocument/2006/relationships/hyperlink" Target="https://github.com/toughdave/job-search#f-optional-connect-gmail-before-the-first-message" TargetMode="External" Id="R9c664826f90d4eb5" /><Relationship Type="http://schemas.openxmlformats.org/officeDocument/2006/relationships/notesSlide" Target="/ppt/notesSlides/notesSlide8.xml" Id="Rac21ceea173047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1ca01d33540bd" /><Relationship Type="http://schemas.openxmlformats.org/officeDocument/2006/relationships/notesSlide" Target="/ppt/notesSlides/notesSlide9.xml" Id="R47944491abb445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64ca314e34419" /><Relationship Type="http://schemas.openxmlformats.org/officeDocument/2006/relationships/hyperlink" Target="https://github.com/toughdave/job-search#3-copy-the-start-message-then-press-send" TargetMode="External" Id="R26d919dbc40c443d" /><Relationship Type="http://schemas.openxmlformats.org/officeDocument/2006/relationships/notesSlide" Target="/ppt/notesSlides/notesSlide10.xml" Id="Rdf5e5e077a3e46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6ce1fb524427a" /><Relationship Type="http://schemas.openxmlformats.org/officeDocument/2006/relationships/hyperlink" Target="https://github.com/toughdave/job-search/blob/main/docs/setup.md#new-chat-or-restart" TargetMode="External" Id="Rb3a388aba0164483" /><Relationship Type="http://schemas.openxmlformats.org/officeDocument/2006/relationships/notesSlide" Target="/ppt/notesSlides/notesSlide11.xml" Id="Rafe261e327f142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88ccaf69a4ed9" /><Relationship Type="http://schemas.openxmlformats.org/officeDocument/2006/relationships/notesSlide" Target="/ppt/notesSlides/notesSlide12.xml" Id="R3a417860fcea48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dc320f4184b19" /><Relationship Type="http://schemas.openxmlformats.org/officeDocument/2006/relationships/notesSlide" Target="/ppt/notesSlides/notesSlide13.xml" Id="R159f700088a249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1ee23511f49dc" /><Relationship Type="http://schemas.openxmlformats.org/officeDocument/2006/relationships/notesSlide" Target="/ppt/notesSlides/notesSlide14.xml" Id="R84af60d8b48846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de3e7f68642dd" /><Relationship Type="http://schemas.openxmlformats.org/officeDocument/2006/relationships/hyperlink" Target="https://github.com/toughdave/job-search#your-weekday-morning-search" TargetMode="External" Id="Rfea1fff3a071409a" /><Relationship Type="http://schemas.openxmlformats.org/officeDocument/2006/relationships/notesSlide" Target="/ppt/notesSlides/notesSlide15.xml" Id="Rea83ba73c4834e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0733453d5414b" /><Relationship Type="http://schemas.openxmlformats.org/officeDocument/2006/relationships/notesSlide" Target="/ppt/notesSlides/notesSlide16.xml" Id="R990779896faa47a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e8dc2b6af4327" /><Relationship Type="http://schemas.openxmlformats.org/officeDocument/2006/relationships/notesSlide" Target="/ppt/notesSlides/notesSlide17.xml" Id="Rb11743ddd692465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1245478344a57" /><Relationship Type="http://schemas.openxmlformats.org/officeDocument/2006/relationships/hyperlink" Target="https://github.com/toughdave/job-search/blob/main/skills/job-search/references/form-completeness.md" TargetMode="External" Id="R972a091b771b4d8d" /><Relationship Type="http://schemas.openxmlformats.org/officeDocument/2006/relationships/notesSlide" Target="/ppt/notesSlides/notesSlide18.xml" Id="R2e0907c3b39147e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24df609e54e0e" /><Relationship Type="http://schemas.openxmlformats.org/officeDocument/2006/relationships/notesSlide" Target="/ppt/notesSlides/notesSlide19.xml" Id="R4fdb446cd4914e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3a59df3b645c3" /><Relationship Type="http://schemas.openxmlformats.org/officeDocument/2006/relationships/notesSlide" Target="/ppt/notesSlides/notesSlide20.xml" Id="R6b2d877aa2fd437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8bf5c22b8412d" /><Relationship Type="http://schemas.openxmlformats.org/officeDocument/2006/relationships/hyperlink" Target="https://github.com/toughdave/job-search" TargetMode="External" Id="Ra7580e2f543f43f6" /><Relationship Type="http://schemas.openxmlformats.org/officeDocument/2006/relationships/notesSlide" Target="/ppt/notesSlides/notesSlide21.xml" Id="Rfe9081b2fb8a41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Codex, Claude Code, OpenCode and T3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9f14c07dfad4ed4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1758a60a1bf4aee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4ff27280e596437b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7455e3c54aee46ef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ad99a27cfd1477f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OpenCode and T3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OpenCode: choose your job-search folder and a writable agent.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After installation, send: “Use job-search to continue my job search.”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T3: choose your folder, environment and signed-in provider.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Type $, choose job-search, then add your request.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Available tools depend on the selected provider and model.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Browser, inbox and visual document review are checked separately.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No automatic timer is installed for these apps.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Use your saved search prompt manually unless scheduling is verified.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35b033a01a34fe3"/>
              </a:rPr>
              <a:t>Read the app-specific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7439ab3e2242fc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ab7a2061a4423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a99b199e54791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1bf588e414273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Optional: connect Gmail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Before your first message, connect Gmail for inbox help.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skip this and start without email.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Codex: Plugins, then Gmail.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Claude Code: + or Settings, then Connectors.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Sign in to the account you will use for applications.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The skill later checks your email, permission and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connected? Leave it in place.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Google Calendar is also optional for interview events.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c664826f90d4eb5"/>
              </a:rPr>
              <a:t>Connection steps in the README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26d919dbc40c443d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here, or restart?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If the installed skill loads, keep chatting here.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The AI can begin setup in this conversation.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If it is missing, the AI checks your project and provider.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It asks for a new chat or restart only when needed.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New chat means another conversation in the same project.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Restart means closing and reopening the affected app or provider.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Your saved answers stay in the project.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Do not reinstall repeatedly or start the interview 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3a388aba0164483"/>
              </a:rPr>
              <a:t>Read the app-specific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fea1fff3a071409a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Before you submit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The AI compares the saved work history and education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with your evidence, including entries the form missed.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It checks contact details, answers, links and attachments,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including useful optional fields it can truthfully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Missing entries are corrected; intentional omissions are explained.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It saves the review and checks again after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review the final application and authorize submission.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Passing these checks does not submit it automatically.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72a091b771b4d8d"/>
              </a:rPr>
              <a:t>How the completion check works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and Claude shortcuts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OpenCode and T3: use the instructions near the start of this guide.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Setup ends with your app’s return command and saved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Reopen that project,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7580e2f543f43f6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2026-09-18T01:57:52.2680000Z</dcterms:created>
  <dcterms:modified xsi:type="dcterms:W3CDTF">2026-09-18T01:57:52.2680000Z</dcterms:modified>
</coreProperties>
</file>