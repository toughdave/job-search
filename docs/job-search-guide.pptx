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a45dc3569a4ebe" /><Relationship Type="http://schemas.openxmlformats.org/officeDocument/2006/relationships/extended-properties" Target="/docProps/app.xml" Id="R99b137c928a54b94" /><Relationship Type="http://schemas.openxmlformats.org/officeDocument/2006/relationships/officeDocument" Target="/ppt/presentation.xml" Id="R12d00d68a26e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67bdd5a03b45e1"/>
  </p:sldMasterIdLst>
  <p:notesMasterIdLst>
    <p:notesMasterId xmlns:r="http://schemas.openxmlformats.org/officeDocument/2006/relationships" r:id="R8c1d93c700d34b58"/>
  </p:notesMasterIdLst>
  <p:sldIdLst>
    <p:sldId xmlns:r="http://schemas.openxmlformats.org/officeDocument/2006/relationships" id="256" r:id="R88dad09a9a084830"/>
    <p:sldId xmlns:r="http://schemas.openxmlformats.org/officeDocument/2006/relationships" id="257" r:id="Rcce94e4bda014717"/>
    <p:sldId xmlns:r="http://schemas.openxmlformats.org/officeDocument/2006/relationships" id="258" r:id="R887ea07edd8d4ef7"/>
    <p:sldId xmlns:r="http://schemas.openxmlformats.org/officeDocument/2006/relationships" id="259" r:id="R89cb7ca5718e4938"/>
    <p:sldId xmlns:r="http://schemas.openxmlformats.org/officeDocument/2006/relationships" id="260" r:id="R1b36576034a040f3"/>
    <p:sldId xmlns:r="http://schemas.openxmlformats.org/officeDocument/2006/relationships" id="261" r:id="Rc4e40ee398c84ddb"/>
    <p:sldId xmlns:r="http://schemas.openxmlformats.org/officeDocument/2006/relationships" id="262" r:id="R4ea1651e865e45bc"/>
    <p:sldId xmlns:r="http://schemas.openxmlformats.org/officeDocument/2006/relationships" id="263" r:id="R5a6e79ae6e6d4c48"/>
    <p:sldId xmlns:r="http://schemas.openxmlformats.org/officeDocument/2006/relationships" id="264" r:id="R64955491c92f47b2"/>
    <p:sldId xmlns:r="http://schemas.openxmlformats.org/officeDocument/2006/relationships" id="265" r:id="Ree9713eab9064472"/>
    <p:sldId xmlns:r="http://schemas.openxmlformats.org/officeDocument/2006/relationships" id="266" r:id="Rbfe9bb008d5e4370"/>
    <p:sldId xmlns:r="http://schemas.openxmlformats.org/officeDocument/2006/relationships" id="267" r:id="R9078ace1ec0b4c45"/>
    <p:sldId xmlns:r="http://schemas.openxmlformats.org/officeDocument/2006/relationships" id="268" r:id="Re8a3c34bf71749ff"/>
    <p:sldId xmlns:r="http://schemas.openxmlformats.org/officeDocument/2006/relationships" id="269" r:id="R65cfa819b5ec49f3"/>
    <p:sldId xmlns:r="http://schemas.openxmlformats.org/officeDocument/2006/relationships" id="270" r:id="R4f75485084c54e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8e99118a21448c" /><Relationship Type="http://schemas.openxmlformats.org/officeDocument/2006/relationships/slideMaster" Target="/ppt/slideMasters/slideMaster1.xml" Id="Ra467bdd5a03b45e1" /><Relationship Type="http://schemas.openxmlformats.org/officeDocument/2006/relationships/notesMaster" Target="/ppt/notesMasters/notesMaster1.xml" Id="R8c1d93c700d34b58" /><Relationship Type="http://schemas.openxmlformats.org/officeDocument/2006/relationships/presProps" Target="/ppt/presProps.xml" Id="Ra529c72e53e0477f" /><Relationship Type="http://schemas.openxmlformats.org/officeDocument/2006/relationships/tableStyles" Target="/ppt/tableStyles.xml" Id="Rdcd3f792daa44b47" /><Relationship Type="http://schemas.openxmlformats.org/officeDocument/2006/relationships/slide" Target="/ppt/slides/slide1.xml" Id="R88dad09a9a084830" /><Relationship Type="http://schemas.openxmlformats.org/officeDocument/2006/relationships/slide" Target="/ppt/slides/slide2.xml" Id="Rcce94e4bda014717" /><Relationship Type="http://schemas.openxmlformats.org/officeDocument/2006/relationships/slide" Target="/ppt/slides/slide3.xml" Id="R887ea07edd8d4ef7" /><Relationship Type="http://schemas.openxmlformats.org/officeDocument/2006/relationships/slide" Target="/ppt/slides/slide4.xml" Id="R89cb7ca5718e4938" /><Relationship Type="http://schemas.openxmlformats.org/officeDocument/2006/relationships/slide" Target="/ppt/slides/slide5.xml" Id="R1b36576034a040f3" /><Relationship Type="http://schemas.openxmlformats.org/officeDocument/2006/relationships/slide" Target="/ppt/slides/slide6.xml" Id="Rc4e40ee398c84ddb" /><Relationship Type="http://schemas.openxmlformats.org/officeDocument/2006/relationships/slide" Target="/ppt/slides/slide7.xml" Id="R4ea1651e865e45bc" /><Relationship Type="http://schemas.openxmlformats.org/officeDocument/2006/relationships/slide" Target="/ppt/slides/slide8.xml" Id="R5a6e79ae6e6d4c48" /><Relationship Type="http://schemas.openxmlformats.org/officeDocument/2006/relationships/slide" Target="/ppt/slides/slide9.xml" Id="R64955491c92f47b2" /><Relationship Type="http://schemas.openxmlformats.org/officeDocument/2006/relationships/slide" Target="/ppt/slides/slide10.xml" Id="Ree9713eab9064472" /><Relationship Type="http://schemas.openxmlformats.org/officeDocument/2006/relationships/slide" Target="/ppt/slides/slide11.xml" Id="Rbfe9bb008d5e4370" /><Relationship Type="http://schemas.openxmlformats.org/officeDocument/2006/relationships/slide" Target="/ppt/slides/slide12.xml" Id="R9078ace1ec0b4c45" /><Relationship Type="http://schemas.openxmlformats.org/officeDocument/2006/relationships/slide" Target="/ppt/slides/slide13.xml" Id="Re8a3c34bf71749ff" /><Relationship Type="http://schemas.openxmlformats.org/officeDocument/2006/relationships/slide" Target="/ppt/slides/slide14.xml" Id="R65cfa819b5ec49f3" /><Relationship Type="http://schemas.openxmlformats.org/officeDocument/2006/relationships/slide" Target="/ppt/slides/slide15.xml" Id="R4f75485084c54e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38b7a7b43e41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babcad454414a" /><Relationship Type="http://schemas.openxmlformats.org/officeDocument/2006/relationships/notesMaster" Target="/ppt/notesMasters/notesMaster1.xml" Id="R9bb50742ad3444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c3080235784687" /><Relationship Type="http://schemas.openxmlformats.org/officeDocument/2006/relationships/notesMaster" Target="/ppt/notesMasters/notesMaster1.xml" Id="Rfd84b17f450748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69fb3d0edb4539" /><Relationship Type="http://schemas.openxmlformats.org/officeDocument/2006/relationships/notesMaster" Target="/ppt/notesMasters/notesMaster1.xml" Id="R4264881ebe6449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caaeb941a645c1" /><Relationship Type="http://schemas.openxmlformats.org/officeDocument/2006/relationships/notesMaster" Target="/ppt/notesMasters/notesMaster1.xml" Id="R8d866caae2214c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ecf6b29ee647ce" /><Relationship Type="http://schemas.openxmlformats.org/officeDocument/2006/relationships/notesMaster" Target="/ppt/notesMasters/notesMaster1.xml" Id="R0a6f68e5bd994b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da8d76710e4335" /><Relationship Type="http://schemas.openxmlformats.org/officeDocument/2006/relationships/notesMaster" Target="/ppt/notesMasters/notesMaster1.xml" Id="R23d9aefc3a1c48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cf11869bdb4383" /><Relationship Type="http://schemas.openxmlformats.org/officeDocument/2006/relationships/notesMaster" Target="/ppt/notesMasters/notesMaster1.xml" Id="R3a8b91f2464244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79146ca8e2410f" /><Relationship Type="http://schemas.openxmlformats.org/officeDocument/2006/relationships/notesMaster" Target="/ppt/notesMasters/notesMaster1.xml" Id="Rd32989cdbe1b40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58196f13b14133" /><Relationship Type="http://schemas.openxmlformats.org/officeDocument/2006/relationships/notesMaster" Target="/ppt/notesMasters/notesMaster1.xml" Id="R17d1392b68c343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7b9537db104a81" /><Relationship Type="http://schemas.openxmlformats.org/officeDocument/2006/relationships/notesMaster" Target="/ppt/notesMasters/notesMaster1.xml" Id="Rfbcedb165f3c4d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4b0f8a389f499d" /><Relationship Type="http://schemas.openxmlformats.org/officeDocument/2006/relationships/notesMaster" Target="/ppt/notesMasters/notesMaster1.xml" Id="Re9f556c248b347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5749203187469a" /><Relationship Type="http://schemas.openxmlformats.org/officeDocument/2006/relationships/notesMaster" Target="/ppt/notesMasters/notesMaster1.xml" Id="R49c251c2598945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cd4ff8b9ec4039" /><Relationship Type="http://schemas.openxmlformats.org/officeDocument/2006/relationships/notesMaster" Target="/ppt/notesMasters/notesMaster1.xml" Id="Rcb0cbd6304e546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d793b7b9ab4a05" /><Relationship Type="http://schemas.openxmlformats.org/officeDocument/2006/relationships/notesMaster" Target="/ppt/notesMasters/notesMaster1.xml" Id="R8d922c9fe80a45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e18fe823504cdf" /><Relationship Type="http://schemas.openxmlformats.org/officeDocument/2006/relationships/notesMaster" Target="/ppt/notesMasters/notesMaster1.xml" Id="R79dce4c9062446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here: https://github.com/toughdave/job-search</a:t>
            </a:r>
          </a:p>
          <a:p xmlns:a="http://schemas.openxmlformats.org/drawingml/2006/main">
            <a:r>
              <a:t>A guide to skill version 1.3.0, checked 12 September 2026. The AI needs local file access and the candidate’s real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download and setup sources: https://learn.chatgpt.com/docs/app</a:t>
            </a:r>
          </a:p>
          <a:p xmlns:a="http://schemas.openxmlformats.org/drawingml/2006/main">
            <a:r>
              <a:t>https://learn.chatgpt.com/docs/windows/windows-app#download-the-chatgpt-desktop-app</a:t>
            </a:r>
          </a:p>
          <a:p xmlns:a="http://schemas.openxmlformats.org/drawingml/2006/main">
            <a:r>
              <a:t>https://claude.com/download</a:t>
            </a:r>
          </a:p>
          <a:p xmlns:a="http://schemas.openxmlformats.org/drawingml/2006/main">
            <a:r>
              <a:t>https://code.claude.com/docs/en/desktop-quickstart</a:t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supplied by the repository owner: docs/images/codex-choose-project.png</a:t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supplied by the repository owner: docs/images/codex-create-project.png</a:t>
            </a:r>
          </a:p>
          <a:p xmlns:a="http://schemas.openxmlformats.org/drawingml/2006/main">
            <a:r>
              <a:t>Claude setup: https://code.claude.com/docs/en/desktop-quickstart</a:t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https://learn.chatgpt.com/docs/agent-approvals-security</a:t>
            </a:r>
          </a:p>
          <a:p xmlns:a="http://schemas.openxmlformats.org/drawingml/2006/main">
            <a:r>
              <a:t>Screenshot supplied by the repository owner: docs/images/codex-permissions.png</a:t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https://code.claude.com/docs/en/desktop#choose-a-permission-mode</a:t>
            </a:r>
          </a:p>
          <a:p xmlns:a="http://schemas.openxmlformats.org/drawingml/2006/main">
            <a:r>
              <a:t>Screenshot supplied by the repository owner: docs/images/claude-permissions.png</a:t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Scheduling sources: https://learn.chatgpt.com/docs/automations</a:t>
            </a:r>
          </a:p>
          <a:p xmlns:a="http://schemas.openxmlformats.org/drawingml/2006/main">
            <a:r>
              <a:t>https://code.claude.com/docs/en/desktop-scheduled-tasks</a:t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Scheduling sources: https://learn.chatgpt.com/docs/automations</a:t>
            </a:r>
          </a:p>
          <a:p xmlns:a="http://schemas.openxmlformats.org/drawingml/2006/main">
            <a:r>
              <a:t>https://code.claude.com/docs/en/desktop-scheduled-tasks</a:t>
            </a:r>
          </a:p>
          <a:p xmlns:a="http://schemas.openxmlformats.org/drawingml/2006/main">
            <a:r>
              <a:t>https://code.claude.com/docs/en/scheduled-tasks</a:t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invocation sources: https://learn.chatgpt.com/docs/build-skills#how-chatgpt-and-codex-use-skills</a:t>
            </a:r>
          </a:p>
          <a:p xmlns:a="http://schemas.openxmlformats.org/drawingml/2006/main">
            <a:r>
              <a:t>https://code.claude.com/docs/en/skills</a:t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Workflow source: https://github.com/toughdave/job-search</a:t>
            </a:r>
          </a:p>
          <a:p xmlns:a="http://schemas.openxmlformats.org/drawingml/2006/main">
            <a:r>
              <a:t>Guide checked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563ed786e48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53e6dfd7bb4961" /><Relationship Type="http://schemas.openxmlformats.org/officeDocument/2006/relationships/slideLayout" Target="/ppt/slideLayouts/slideLayout1.xml" Id="R2a9afcc6f4a340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9afcc6f4a340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77c244275414f" /><Relationship Type="http://schemas.openxmlformats.org/officeDocument/2006/relationships/hyperlink" Target="https://github.com/toughdave/job-search" TargetMode="External" Id="R2b621cd4bafa4a1c" /><Relationship Type="http://schemas.openxmlformats.org/officeDocument/2006/relationships/notesSlide" Target="/ppt/notesSlides/notesSlide1.xml" Id="Rd6453f22dbab4a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770dc9a544d4f" /><Relationship Type="http://schemas.openxmlformats.org/officeDocument/2006/relationships/hyperlink" Target="https://learn.chatgpt.com/docs/app" TargetMode="External" Id="R48567a9a37254066" /><Relationship Type="http://schemas.openxmlformats.org/officeDocument/2006/relationships/hyperlink" Target="https://learn.chatgpt.com/docs/windows/windows-app#download-the-chatgpt-desktop-app" TargetMode="External" Id="R3819cfa2e4be4c07" /><Relationship Type="http://schemas.openxmlformats.org/officeDocument/2006/relationships/hyperlink" Target="https://claude.com/download" TargetMode="External" Id="Rab735c6791414244" /><Relationship Type="http://schemas.openxmlformats.org/officeDocument/2006/relationships/hyperlink" Target="https://code.claude.com/docs/en/desktop-quickstart" TargetMode="External" Id="Ra6e20e033b8b490a" /><Relationship Type="http://schemas.openxmlformats.org/officeDocument/2006/relationships/notesSlide" Target="/ppt/notesSlides/notesSlide2.xml" Id="Rf5d0ab56d0c64a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d102c64874041" /><Relationship Type="http://schemas.openxmlformats.org/officeDocument/2006/relationships/image" Target="/ppt/media/image.png" Id="R4af1ba4d79f44a64" /><Relationship Type="http://schemas.openxmlformats.org/officeDocument/2006/relationships/notesSlide" Target="/ppt/notesSlides/notesSlide3.xml" Id="R289f59795efc47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3681072f94e39" /><Relationship Type="http://schemas.openxmlformats.org/officeDocument/2006/relationships/image" Target="/ppt/media/image2.png" Id="R21ff2aa66512460a" /><Relationship Type="http://schemas.openxmlformats.org/officeDocument/2006/relationships/notesSlide" Target="/ppt/notesSlides/notesSlide4.xml" Id="Rba54a831a4eb42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27a25ba39428b" /><Relationship Type="http://schemas.openxmlformats.org/officeDocument/2006/relationships/image" Target="/ppt/media/image3.png" Id="Rba62139f4d5c405b" /><Relationship Type="http://schemas.openxmlformats.org/officeDocument/2006/relationships/notesSlide" Target="/ppt/notesSlides/notesSlide5.xml" Id="R8206e68ab06543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827e41fa94f13" /><Relationship Type="http://schemas.openxmlformats.org/officeDocument/2006/relationships/image" Target="/ppt/media/image4.png" Id="R8fee520822184073" /><Relationship Type="http://schemas.openxmlformats.org/officeDocument/2006/relationships/notesSlide" Target="/ppt/notesSlides/notesSlide6.xml" Id="Re94a78d0395e4d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4248a252c4f07" /><Relationship Type="http://schemas.openxmlformats.org/officeDocument/2006/relationships/notesSlide" Target="/ppt/notesSlides/notesSlide7.xml" Id="R805da0d29be242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5257e7f834156" /><Relationship Type="http://schemas.openxmlformats.org/officeDocument/2006/relationships/hyperlink" Target="https://github.com/toughdave/job-search#3-copy-the-start-message-then-press-send" TargetMode="External" Id="R2e9f20d3368b480c" /><Relationship Type="http://schemas.openxmlformats.org/officeDocument/2006/relationships/notesSlide" Target="/ppt/notesSlides/notesSlide8.xml" Id="Rfbdc2133392343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339ca6321476d" /><Relationship Type="http://schemas.openxmlformats.org/officeDocument/2006/relationships/notesSlide" Target="/ppt/notesSlides/notesSlide9.xml" Id="R465946e480904b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df47959f64d04" /><Relationship Type="http://schemas.openxmlformats.org/officeDocument/2006/relationships/notesSlide" Target="/ppt/notesSlides/notesSlide10.xml" Id="R1ee54d1aec764f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4adf7fda548e9" /><Relationship Type="http://schemas.openxmlformats.org/officeDocument/2006/relationships/hyperlink" Target="https://github.com/toughdave/job-search#your-weekday-morning-search" TargetMode="External" Id="R8b203203730d4914" /><Relationship Type="http://schemas.openxmlformats.org/officeDocument/2006/relationships/notesSlide" Target="/ppt/notesSlides/notesSlide11.xml" Id="R464a125eacf147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62d3416c9460e" /><Relationship Type="http://schemas.openxmlformats.org/officeDocument/2006/relationships/notesSlide" Target="/ppt/notesSlides/notesSlide12.xml" Id="Rcab0241dfaac47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e18af32814a0f" /><Relationship Type="http://schemas.openxmlformats.org/officeDocument/2006/relationships/notesSlide" Target="/ppt/notesSlides/notesSlide13.xml" Id="Ra85c7fafee524f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e4f5263784254" /><Relationship Type="http://schemas.openxmlformats.org/officeDocument/2006/relationships/notesSlide" Target="/ppt/notesSlides/notesSlide14.xml" Id="Rf5a1b1bde1584d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514efcbc44b14" /><Relationship Type="http://schemas.openxmlformats.org/officeDocument/2006/relationships/hyperlink" Target="https://github.com/toughdave/job-search" TargetMode="External" Id="Rf89fcbd7eb5e4f7a" /><Relationship Type="http://schemas.openxmlformats.org/officeDocument/2006/relationships/notesSlide" Target="/ppt/notesSlides/notesSlide15.xml" Id="Re65efa882ccb48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19EB6-3023-4C48-AA62-A2CD0F63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Job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BA667-9C2F-4322-B77B-51F56D1A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 short guide for Codex and 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AFEF0-0EF1-4B51-A861-C249D272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Your AI helps organize the search.</a:t>
            </a:r>
          </a:p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You review the facts and documents.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1CED1-88CC-4647-80CC-DBD6E632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7F73"/>
                </a:solidFill>
                <a:latin typeface="Arial"/>
                <a:ea typeface="Arial"/>
                <a:cs typeface="Arial"/>
                <a:hlinkClick xmlns:r="http://schemas.openxmlformats.org/officeDocument/2006/relationships" r:id="R2b621cd4bafa4a1c"/>
              </a:rPr>
              <a:t>Open the GitHub guide</a:t>
            </a:r>
          </a:p>
        </p:txBody>
      </p:sp>
    </p:spTree>
    <p:extLst>
      <p:ext uri="{BB962C8B-B14F-4D97-AF65-F5344CB8AC3E}">
        <p14:creationId xmlns:p14="http://schemas.microsoft.com/office/powerpoint/2010/main" val="656525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A8F52-08C9-4E7C-B1CA-1E6137D4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1. Open your AI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80E00-68BC-40CE-B0B9-A1E63480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8ECFA-03DC-45A8-A021-245B3B7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Choose one desktop app and sign 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DA8A0-D4FA-484A-8842-3A1A93A4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D224E-FA80-4DF6-B48A-A1A84B83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Download the ChatGPT desktop app,</a:t>
            </a:r>
          </a:p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then choose Codex inside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5592B-ACA2-4031-AACB-F08395D2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73"/>
                </a:solidFill>
                <a:latin typeface="Arial"/>
                <a:ea typeface="Arial"/>
                <a:cs typeface="Arial"/>
                <a:hlinkClick xmlns:r="http://schemas.openxmlformats.org/officeDocument/2006/relationships" r:id="R48567a9a37254066"/>
              </a:rPr>
              <a:t>Mac download page (Apple Silicon)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6AF31-D242-417E-AE58-972693C7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73"/>
                </a:solidFill>
                <a:latin typeface="Arial"/>
                <a:ea typeface="Arial"/>
                <a:cs typeface="Arial"/>
                <a:hlinkClick xmlns:r="http://schemas.openxmlformats.org/officeDocument/2006/relationships" r:id="R3819cfa2e4be4c07"/>
              </a:rPr>
              <a:t>Windows download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3B3B9-1ACD-4693-BF1A-7ABF120A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Claude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1E460-A8D9-4E3A-9959-E8D654C0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Download Claude, then open Code</a:t>
            </a:r>
          </a:p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and select Local.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BB5D7-1FE8-48DD-A8BA-47ACD094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62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73"/>
                </a:solidFill>
                <a:latin typeface="Arial"/>
                <a:ea typeface="Arial"/>
                <a:cs typeface="Arial"/>
                <a:hlinkClick xmlns:r="http://schemas.openxmlformats.org/officeDocument/2006/relationships" r:id="Rab735c6791414244"/>
              </a:rPr>
              <a:t>Mac or Windows downloads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3BA8D-EBE8-40AD-9CAD-184EE9BD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73"/>
                </a:solidFill>
                <a:latin typeface="Arial"/>
                <a:ea typeface="Arial"/>
                <a:cs typeface="Arial"/>
                <a:hlinkClick xmlns:r="http://schemas.openxmlformats.org/officeDocument/2006/relationships" r:id="Ra6e20e033b8b490a"/>
              </a:rPr>
              <a:t>Claude Code setup and account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5A108-909D-4D81-940F-332B86DF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Already installed? Continue to your project. Labels and availability can vary by version.</a:t>
            </a:r>
          </a:p>
        </p:txBody>
      </p:sp>
    </p:spTree>
    <p:extLst>
      <p:ext uri="{BB962C8B-B14F-4D97-AF65-F5344CB8AC3E}">
        <p14:creationId xmlns:p14="http://schemas.microsoft.com/office/powerpoint/2010/main" val="1687323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22F57-8AC4-4B65-B6F4-BA08041C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a. Choose your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43606-E2B0-493E-A0FE-BAA7725D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36835-C121-4E0E-998A-3FECBD2A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In Codex, click Choose project above the message box.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1ba4d79f44a64"/>
          <a:stretch xmlns:a="http://schemas.openxmlformats.org/drawingml/2006/main"/>
        </p:blipFill>
        <p:spPr>
          <a:xfrm xmlns:a="http://schemas.openxmlformats.org/drawingml/2006/main">
            <a:off x="611476" y="2505075"/>
            <a:ext cx="10969048" cy="2543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EE390-79C7-4346-88F5-A51D4301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Choose an existing job-search project, or create a new one.</a:t>
            </a:r>
          </a:p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Use a dedicated folder such as My Job Search.</a:t>
            </a:r>
          </a:p>
        </p:txBody>
      </p:sp>
    </p:spTree>
    <p:extLst>
      <p:ext uri="{BB962C8B-B14F-4D97-AF65-F5344CB8AC3E}">
        <p14:creationId xmlns:p14="http://schemas.microsoft.com/office/powerpoint/2010/main" val="1039363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6FC88-5CBE-43C1-9268-595420D6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b. Select or create your folder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01D6C-21B8-4107-A5CB-65948131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1C74B-FD0D-4908-9C89-34A6FDD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In Codex Create project: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30B79-4848-4BF0-A6B7-3762962C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Enter My Job Search.</a:t>
            </a:r>
          </a:p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Under Source folders, click Add.</a:t>
            </a:r>
          </a:p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Select your folder, then click</a:t>
            </a:r>
          </a:p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Create project.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F281F-0CA9-4B45-8340-60C5808A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524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Need a new folder?</a:t>
            </a:r>
          </a:p>
          <a:p xmlns:a="http://schemas.openxmlformats.org/drawingml/2006/main">
            <a:pPr>
              <a:defRPr sz="202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Create it in Documents using</a:t>
            </a:r>
          </a:p>
          <a:p xmlns:a="http://schemas.openxmlformats.org/drawingml/2006/main">
            <a:pPr>
              <a:defRPr sz="202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File Explorer or Finder first.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f2aa66512460a"/>
          <a:stretch xmlns:a="http://schemas.openxmlformats.org/drawingml/2006/main"/>
        </p:blipFill>
        <p:spPr>
          <a:xfrm xmlns:a="http://schemas.openxmlformats.org/drawingml/2006/main">
            <a:off x="5430273" y="1524000"/>
            <a:ext cx="6151104" cy="3867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E2901-5110-4D91-A895-95C9D9DE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86425"/>
            <a:ext cx="615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73"/>
                </a:solidFill>
                <a:latin typeface="Arial"/>
                <a:ea typeface="Arial"/>
                <a:cs typeface="Arial"/>
              </a:rPr>
              <a:t>Claude Code: Local, then Select folder.</a:t>
            </a:r>
          </a:p>
        </p:txBody>
      </p:sp>
    </p:spTree>
    <p:extLst>
      <p:ext uri="{BB962C8B-B14F-4D97-AF65-F5344CB8AC3E}">
        <p14:creationId xmlns:p14="http://schemas.microsoft.com/office/powerpoint/2010/main" val="1955263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B3DFD-37BA-4887-A601-81FCDAE8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c. Codex: Full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F1F12-B108-41A2-A146-D72177B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433A5-2A30-4DC2-89B3-CD21F7F7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Click the permission label below your message.</a:t>
            </a:r>
          </a:p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Select Full access, as shown.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2139f4d5c405b"/>
          <a:stretch xmlns:a="http://schemas.openxmlformats.org/drawingml/2006/main"/>
        </p:blipFill>
        <p:spPr>
          <a:xfrm xmlns:a="http://schemas.openxmlformats.org/drawingml/2006/main">
            <a:off x="616284" y="2362200"/>
            <a:ext cx="10959433" cy="31146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49C82-D899-4FB4-B055-2CEA734C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Full access allows internet and file access across your computer,</a:t>
            </a:r>
          </a:p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including files outside the selected project.</a:t>
            </a:r>
          </a:p>
        </p:txBody>
      </p:sp>
    </p:spTree>
    <p:extLst>
      <p:ext uri="{BB962C8B-B14F-4D97-AF65-F5344CB8AC3E}">
        <p14:creationId xmlns:p14="http://schemas.microsoft.com/office/powerpoint/2010/main" val="646599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4154C-D067-480A-90B6-5B0C33C3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d. Claude Code: Auto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9C3FC-4B01-4300-9AC8-8DBD3A1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D0BB-8176-4FB4-B2A2-7BAD8C32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Click the mode label below your message. Select Auto.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e520822184073"/>
          <a:stretch xmlns:a="http://schemas.openxmlformats.org/drawingml/2006/main"/>
        </p:blipFill>
        <p:spPr>
          <a:xfrm xmlns:a="http://schemas.openxmlformats.org/drawingml/2006/main">
            <a:off x="1143000" y="2154114"/>
            <a:ext cx="9906000" cy="342607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7E985-1DDF-4EC0-8DAB-E414C238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Claude handles permission decisions with background safety checks.</a:t>
            </a:r>
          </a:p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Some actions can still require your input.</a:t>
            </a:r>
          </a:p>
        </p:txBody>
      </p:sp>
    </p:spTree>
    <p:extLst>
      <p:ext uri="{BB962C8B-B14F-4D97-AF65-F5344CB8AC3E}">
        <p14:creationId xmlns:p14="http://schemas.microsoft.com/office/powerpoint/2010/main" val="1803607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E5514-C150-43F6-B4EC-376F37CA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2. Your resume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17D0D-8D3B-4AAD-8140-36AAF6E9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19E51-6A91-4818-89E5-F2A7128E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If you have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31BE1-9AE7-4B06-B138-093E30E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Attach your PDF or Word file before sending the first message.</a:t>
            </a:r>
          </a:p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If attachments are unavailable, paste its full file location.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048E4-6C52-4928-A394-CC72939A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If you do not have 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BF909-369E-454F-85E8-E622E3CA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Add: “I do not have a resume yet. Help me build one.”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4F9CA-22D4-4B6B-B1AF-7FC2F3CE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The AI checks that it can read the file. It can also build a resume from your real experience.</a:t>
            </a:r>
          </a:p>
        </p:txBody>
      </p:sp>
    </p:spTree>
    <p:extLst>
      <p:ext uri="{BB962C8B-B14F-4D97-AF65-F5344CB8AC3E}">
        <p14:creationId xmlns:p14="http://schemas.microsoft.com/office/powerpoint/2010/main" val="1513431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55B05-B236-427A-A2E8-DD837E9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3. Your first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B6C67-967F-4A0A-82D4-233D57FF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AEEE2-B4CD-419D-9C5E-21730E03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Copy both lines into the same message box as your resume: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EE114-B592-40EB-92F4-55EFFC16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Install https://github.com/toughdave/job-search for this project.</a:t>
            </a:r>
          </a:p>
          <a:p xmlns:a="http://schemas.openxmlformats.org/drawingml/2006/main">
            <a:pPr>
              <a:defRPr sz="240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Then use job-search to start my search.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150C7-7CB9-44D2-8254-AE6F3B0A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858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Add your resume location or no-resume sentence if needed.</a:t>
            </a:r>
          </a:p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Press Send once. Follow any installation approval or restart request.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326FF-E159-4355-B1AD-10309822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73"/>
                </a:solidFill>
                <a:latin typeface="Arial"/>
                <a:ea typeface="Arial"/>
                <a:cs typeface="Arial"/>
                <a:hlinkClick xmlns:r="http://schemas.openxmlformats.org/officeDocument/2006/relationships" r:id="R2e9f20d3368b480c"/>
              </a:rPr>
              <a:t>Copy from the README</a:t>
            </a:r>
          </a:p>
        </p:txBody>
      </p:sp>
    </p:spTree>
    <p:extLst>
      <p:ext uri="{BB962C8B-B14F-4D97-AF65-F5344CB8AC3E}">
        <p14:creationId xmlns:p14="http://schemas.microsoft.com/office/powerpoint/2010/main" val="439925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18607-28B3-49DC-B69D-63EAD04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4. A short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FCB08-02C4-4187-9258-794C5C0C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30E11-69AF-4F65-9D35-FA9DCD1B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The AI asks about one employer and role at a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94436-77F0-4D79-B2EA-3091770C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73"/>
                </a:solidFill>
                <a:latin typeface="Arial"/>
                <a:ea typeface="Arial"/>
                <a:cs typeface="Arial"/>
              </a:rPr>
              <a:t>Example: Cedar Clinic, Office Assistant, 2022-2024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CD66B-EE68-4768-9751-DD84207A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3B"/>
                </a:solidFill>
                <a:latin typeface="Arial"/>
                <a:ea typeface="Arial"/>
                <a:cs typeface="Arial"/>
              </a:rPr>
              <a:t>“At Cedar Clinic, tell me about one scheduling</a:t>
            </a:r>
          </a:p>
          <a:p xmlns:a="http://schemas.openxmlformats.org/drawingml/2006/main">
            <a:pPr>
              <a:defRPr sz="2700" b="0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3B"/>
                </a:solidFill>
                <a:latin typeface="Arial"/>
                <a:ea typeface="Arial"/>
                <a:cs typeface="Arial"/>
              </a:rPr>
              <a:t>problem you handled as an office assistant.”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133B0-1088-40D1-AA45-428EA61A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Explain what you did and what happened. Honest qualitative</a:t>
            </a:r>
          </a:p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results are useful. The AI asks only for missing details.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F14EC-F753-4717-88C7-B55565A4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No resume? It builds your work history with you and checks for any other employers.</a:t>
            </a:r>
          </a:p>
        </p:txBody>
      </p:sp>
    </p:spTree>
    <p:extLst>
      <p:ext uri="{BB962C8B-B14F-4D97-AF65-F5344CB8AC3E}">
        <p14:creationId xmlns:p14="http://schemas.microsoft.com/office/powerpoint/2010/main" val="1929094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E425E-C784-42B3-9398-58A16CF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Your weekday morning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F10B8-0A11-4E69-9DAC-222B996B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8FA7A-571C-43BB-8638-B04754BA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a. Review the job titles and search sites the AI suggests.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A586F-7ACF-45C6-BCA4-A879BA94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b. Choose a schedule. The starting suggestion is</a:t>
            </a:r>
          </a:p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    weekdays at 9 a.m. in your confirmed timezone.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71139-C802-4362-8264-7559AE73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c. Let the AI save the instructions and set up the task.</a:t>
            </a:r>
          </a:p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    You can change the time or keep searches manual.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FC218-ACFA-4026-A381-AC572167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Keep your computer awake and the desktop app running for local searches.</a:t>
            </a:r>
          </a:p>
        </p:txBody>
      </p:sp>
    </p:spTree>
    <p:extLst>
      <p:ext uri="{BB962C8B-B14F-4D97-AF65-F5344CB8AC3E}">
        <p14:creationId xmlns:p14="http://schemas.microsoft.com/office/powerpoint/2010/main" val="2649561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47EFA-C30A-4C64-A56D-BD2941DD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Review and change your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AA34D-2B12-4838-960E-53B1CDD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0DF74-6BC6-49DD-A60E-59A1BE6E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Codex desktop: Scheduled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A4C90-52B3-466A-9899-BDD440C1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Claude Code Desktop: Code → Routines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D503E-897D-46BA-A7D7-FF528913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The AI checks unfinished applications and new listings,</a:t>
            </a:r>
          </a:p>
          <a:p xmlns:a="http://schemas.openxmlformats.org/drawingml/2006/main">
            <a:pPr>
              <a:defRPr sz="2175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then prepares suitable drafts for your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C4458-62F0-49F1-8B91-07F3C17D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“Move my daily search to 8 a.m.”</a:t>
            </a:r>
          </a:p>
          <a:p xmlns:a="http://schemas.openxmlformats.org/drawingml/2006/main">
            <a:pPr>
              <a:defRPr sz="240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“Pause my scheduled search.”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30B73-F7E3-48F4-A654-0F6F064C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73"/>
                </a:solidFill>
                <a:latin typeface="Arial"/>
                <a:ea typeface="Arial"/>
                <a:cs typeface="Arial"/>
                <a:hlinkClick xmlns:r="http://schemas.openxmlformats.org/officeDocument/2006/relationships" r:id="R8b203203730d4914"/>
              </a:rPr>
              <a:t>Read the daily-search guide</a:t>
            </a:r>
          </a:p>
        </p:txBody>
      </p:sp>
    </p:spTree>
    <p:extLst>
      <p:ext uri="{BB962C8B-B14F-4D97-AF65-F5344CB8AC3E}">
        <p14:creationId xmlns:p14="http://schemas.microsoft.com/office/powerpoint/2010/main" val="831724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B55E5-2C0A-473F-8D27-DA190EDE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5. Your first draft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BDBAC-7116-4D27-B32C-B863100A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13E13-A78A-48B5-9D08-B1851B9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When enough is known, the AI prepares useful documents</a:t>
            </a:r>
          </a:p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and keeps your search records in a separate private location.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4E504-4CEB-4706-9A5A-A30758A0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Open the files and check your experience, dates and contact details.</a:t>
            </a:r>
          </a:p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Give corrections in the conversation.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4BBEF-034B-471C-A2C0-FD8A8A8D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“That role was volunteering. Please correct it.”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A9E9D-959B-4F82-BBC2-2F087C46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Review the employer and final documents before authorizing a submission.</a:t>
            </a:r>
          </a:p>
        </p:txBody>
      </p:sp>
    </p:spTree>
    <p:extLst>
      <p:ext uri="{BB962C8B-B14F-4D97-AF65-F5344CB8AC3E}">
        <p14:creationId xmlns:p14="http://schemas.microsoft.com/office/powerpoint/2010/main" val="8203302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C4BAF-81EE-497D-9838-A2D00B55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Summon the installed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7B121-9986-4E3E-B245-3624DB89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DED98-7E73-4586-8C9A-000107F2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39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Codex / ChatGPT desktop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ED386-8DC9-4E5D-9B82-5AD357BC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8394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Type @ and choose job-search. If your composer offers a $</a:t>
            </a:r>
          </a:p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skill picker, choose job-search there.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11985-081B-483C-998F-B74223E0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83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Codex CLI or IDE:  $job-search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43088-657B-44D3-936A-6169C7F0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83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Claude Code:  /job-search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E36DE-B427-45EB-9ECF-4A053B43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858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Add “Start my search” or “Continue my job search”, then send.</a:t>
            </a:r>
          </a:p>
          <a:p xmlns:a="http://schemas.openxmlformats.org/drawingml/2006/main">
            <a:pPr>
              <a:defRPr sz="19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Use the AI message box after installation, in the same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ED212-69DD-4893-8337-A207C56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If the picker cannot find it, send: “Use job-search.” Ask the AI to check installation if needed.</a:t>
            </a:r>
          </a:p>
        </p:txBody>
      </p:sp>
    </p:spTree>
    <p:extLst>
      <p:ext uri="{BB962C8B-B14F-4D97-AF65-F5344CB8AC3E}">
        <p14:creationId xmlns:p14="http://schemas.microsoft.com/office/powerpoint/2010/main" val="17810521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D58BF-F86D-4705-8654-463A36E6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6. Next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D0DF1-CF29-4998-B55D-FBB49E8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D4512-5C26-4CEE-858E-A463EB37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820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a. Reopen the same local project and conversation.</a:t>
            </a:r>
          </a:p>
          <a:p xmlns:a="http://schemas.openxmlformats.org/drawingml/2006/main">
            <a:pPr>
              <a:defRPr sz="22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b. Summon job-search, then send: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2F711-197F-4AB4-BBAD-78CBF291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Continue my job search.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3FAB8-8D0D-4354-BF43-DAE04D89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c. Continue from your saved progress.</a:t>
            </a:r>
          </a:p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Supply an updated resume when it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D202C-F301-45D8-A472-A566367D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For an independent occupation search, use a new project with separate records.</a:t>
            </a:r>
          </a:p>
        </p:txBody>
      </p:sp>
    </p:spTree>
    <p:extLst>
      <p:ext uri="{BB962C8B-B14F-4D97-AF65-F5344CB8AC3E}">
        <p14:creationId xmlns:p14="http://schemas.microsoft.com/office/powerpoint/2010/main" val="4066586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66188-F260-4374-8CDE-135E8ED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If something stops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BBB54-1070-4406-8B69-848F7CF3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A2FAD-50FD-47EE-994C-89014638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Skill missing?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E1827-FD2D-4620-AAF6-F9EC69D9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“Check whether job-search is installed</a:t>
            </a:r>
          </a:p>
          <a:p xmlns:a="http://schemas.openxmlformats.org/drawingml/2006/main">
            <a:pPr>
              <a:defRPr sz="19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in this project and help me load it.”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C2229-52E5-485A-85D5-3DB0794E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Cannot save?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69EE7-CB31-4FF3-BA6B-0DE86E13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66925"/>
            <a:ext cx="5162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Check the selected folder and file</a:t>
            </a:r>
          </a:p>
          <a:p xmlns:a="http://schemas.openxmlformats.org/drawingml/2006/main">
            <a:pPr>
              <a:defRPr sz="19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permissions. Approve the specific</a:t>
            </a:r>
          </a:p>
          <a:p xmlns:a="http://schemas.openxmlformats.org/drawingml/2006/main">
            <a:pPr>
              <a:defRPr sz="195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access request if you want it to proceed.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77509-673C-4C3C-B8E6-FC8F19AF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F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F3B"/>
                </a:solidFill>
                <a:latin typeface="Arial"/>
                <a:ea typeface="Arial"/>
                <a:cs typeface="Arial"/>
              </a:rPr>
              <a:t>New chat cannot find your records?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D06C3-E6E8-4F06-80B6-078AF561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Provide the private records location the AI gave you. Say:</a:t>
            </a:r>
          </a:p>
          <a:p xmlns:a="http://schemas.openxmlformats.org/drawingml/2006/main">
            <a:pPr>
              <a:defRPr sz="2100" b="0">
                <a:solidFill>
                  <a:srgbClr val="283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A39"/>
                </a:solidFill>
                <a:latin typeface="Arial"/>
                <a:ea typeface="Arial"/>
                <a:cs typeface="Arial"/>
              </a:rPr>
              <a:t>“Resume my existing search here; do not start over.”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D5E1D-04CF-4F86-8957-A569435B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73"/>
                </a:solidFill>
                <a:latin typeface="Arial"/>
                <a:ea typeface="Arial"/>
                <a:cs typeface="Arial"/>
                <a:hlinkClick xmlns:r="http://schemas.openxmlformats.org/officeDocument/2006/relationships" r:id="Rf89fcbd7eb5e4f7a"/>
              </a:rPr>
              <a:t>Full guide, downloads and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760885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2026-09-12T19:56:23.9140000Z</dcterms:created>
  <dcterms:modified xsi:type="dcterms:W3CDTF">2026-09-12T19:56:23.9140000Z</dcterms:modified>
</coreProperties>
</file>