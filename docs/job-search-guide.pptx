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211323909243f5" /><Relationship Type="http://schemas.openxmlformats.org/officeDocument/2006/relationships/extended-properties" Target="/docProps/app.xml" Id="R26c7ddede0c6498d" /><Relationship Type="http://schemas.openxmlformats.org/officeDocument/2006/relationships/officeDocument" Target="/ppt/presentation.xml" Id="Ra7cfb53421dc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7c6f4d8e7c41f4"/>
  </p:sldMasterIdLst>
  <p:notesMasterIdLst>
    <p:notesMasterId xmlns:r="http://schemas.openxmlformats.org/officeDocument/2006/relationships" r:id="R05c64d527ed3421d"/>
  </p:notesMasterIdLst>
  <p:sldIdLst>
    <p:sldId xmlns:r="http://schemas.openxmlformats.org/officeDocument/2006/relationships" id="256" r:id="Rd711b40d93e345da"/>
    <p:sldId xmlns:r="http://schemas.openxmlformats.org/officeDocument/2006/relationships" id="257" r:id="Rc070b3f44a004fc1"/>
    <p:sldId xmlns:r="http://schemas.openxmlformats.org/officeDocument/2006/relationships" id="258" r:id="Re4989ab6461f4ce0"/>
    <p:sldId xmlns:r="http://schemas.openxmlformats.org/officeDocument/2006/relationships" id="259" r:id="Re4222a6d66404fa4"/>
    <p:sldId xmlns:r="http://schemas.openxmlformats.org/officeDocument/2006/relationships" id="260" r:id="R1d36cab7690f4271"/>
    <p:sldId xmlns:r="http://schemas.openxmlformats.org/officeDocument/2006/relationships" id="261" r:id="R2f68a8b3960841a1"/>
    <p:sldId xmlns:r="http://schemas.openxmlformats.org/officeDocument/2006/relationships" id="262" r:id="R784a22507be840dd"/>
    <p:sldId xmlns:r="http://schemas.openxmlformats.org/officeDocument/2006/relationships" id="263" r:id="Raed2aedeba6c4d88"/>
    <p:sldId xmlns:r="http://schemas.openxmlformats.org/officeDocument/2006/relationships" id="264" r:id="R932733ca3efb4eb4"/>
    <p:sldId xmlns:r="http://schemas.openxmlformats.org/officeDocument/2006/relationships" id="265" r:id="R1d4f18631c394f08"/>
    <p:sldId xmlns:r="http://schemas.openxmlformats.org/officeDocument/2006/relationships" id="266" r:id="R654630a473a448b3"/>
    <p:sldId xmlns:r="http://schemas.openxmlformats.org/officeDocument/2006/relationships" id="267" r:id="Rf02eaf7f81984f13"/>
    <p:sldId xmlns:r="http://schemas.openxmlformats.org/officeDocument/2006/relationships" id="268" r:id="R77d2ecd75e3a47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3ab59573ab4620" /><Relationship Type="http://schemas.openxmlformats.org/officeDocument/2006/relationships/slideMaster" Target="/ppt/slideMasters/slideMaster1.xml" Id="R447c6f4d8e7c41f4" /><Relationship Type="http://schemas.openxmlformats.org/officeDocument/2006/relationships/notesMaster" Target="/ppt/notesMasters/notesMaster1.xml" Id="R05c64d527ed3421d" /><Relationship Type="http://schemas.openxmlformats.org/officeDocument/2006/relationships/presProps" Target="/ppt/presProps.xml" Id="R64499cadae794ed8" /><Relationship Type="http://schemas.openxmlformats.org/officeDocument/2006/relationships/tableStyles" Target="/ppt/tableStyles.xml" Id="Re1963c8d86984fc1" /><Relationship Type="http://schemas.openxmlformats.org/officeDocument/2006/relationships/slide" Target="/ppt/slides/slide1.xml" Id="Rd711b40d93e345da" /><Relationship Type="http://schemas.openxmlformats.org/officeDocument/2006/relationships/slide" Target="/ppt/slides/slide2.xml" Id="Rc070b3f44a004fc1" /><Relationship Type="http://schemas.openxmlformats.org/officeDocument/2006/relationships/slide" Target="/ppt/slides/slide3.xml" Id="Re4989ab6461f4ce0" /><Relationship Type="http://schemas.openxmlformats.org/officeDocument/2006/relationships/slide" Target="/ppt/slides/slide4.xml" Id="Re4222a6d66404fa4" /><Relationship Type="http://schemas.openxmlformats.org/officeDocument/2006/relationships/slide" Target="/ppt/slides/slide5.xml" Id="R1d36cab7690f4271" /><Relationship Type="http://schemas.openxmlformats.org/officeDocument/2006/relationships/slide" Target="/ppt/slides/slide6.xml" Id="R2f68a8b3960841a1" /><Relationship Type="http://schemas.openxmlformats.org/officeDocument/2006/relationships/slide" Target="/ppt/slides/slide7.xml" Id="R784a22507be840dd" /><Relationship Type="http://schemas.openxmlformats.org/officeDocument/2006/relationships/slide" Target="/ppt/slides/slide8.xml" Id="Raed2aedeba6c4d88" /><Relationship Type="http://schemas.openxmlformats.org/officeDocument/2006/relationships/slide" Target="/ppt/slides/slide9.xml" Id="R932733ca3efb4eb4" /><Relationship Type="http://schemas.openxmlformats.org/officeDocument/2006/relationships/slide" Target="/ppt/slides/slide10.xml" Id="R1d4f18631c394f08" /><Relationship Type="http://schemas.openxmlformats.org/officeDocument/2006/relationships/slide" Target="/ppt/slides/slide11.xml" Id="R654630a473a448b3" /><Relationship Type="http://schemas.openxmlformats.org/officeDocument/2006/relationships/slide" Target="/ppt/slides/slide12.xml" Id="Rf02eaf7f81984f13" /><Relationship Type="http://schemas.openxmlformats.org/officeDocument/2006/relationships/slide" Target="/ppt/slides/slide13.xml" Id="R77d2ecd75e3a47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e17b7961834a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3fce7a96af4d90" /><Relationship Type="http://schemas.openxmlformats.org/officeDocument/2006/relationships/notesMaster" Target="/ppt/notesMasters/notesMaster1.xml" Id="R66405d7fad5746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e8c41725f840f5" /><Relationship Type="http://schemas.openxmlformats.org/officeDocument/2006/relationships/notesMaster" Target="/ppt/notesMasters/notesMaster1.xml" Id="Ref773609dead40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9c3a5e6fb44429" /><Relationship Type="http://schemas.openxmlformats.org/officeDocument/2006/relationships/notesMaster" Target="/ppt/notesMasters/notesMaster1.xml" Id="R7c29ab8ee23841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16df2f471c4e4c" /><Relationship Type="http://schemas.openxmlformats.org/officeDocument/2006/relationships/notesMaster" Target="/ppt/notesMasters/notesMaster1.xml" Id="Raa8dbbc8a9214d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345a3728744575" /><Relationship Type="http://schemas.openxmlformats.org/officeDocument/2006/relationships/notesMaster" Target="/ppt/notesMasters/notesMaster1.xml" Id="R33eb10026a0147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861a3342184202" /><Relationship Type="http://schemas.openxmlformats.org/officeDocument/2006/relationships/notesMaster" Target="/ppt/notesMasters/notesMaster1.xml" Id="Rfb937629567446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4c9ff1138d4eff" /><Relationship Type="http://schemas.openxmlformats.org/officeDocument/2006/relationships/notesMaster" Target="/ppt/notesMasters/notesMaster1.xml" Id="Re7637dbda77c42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f7e5ac5db74aea" /><Relationship Type="http://schemas.openxmlformats.org/officeDocument/2006/relationships/notesMaster" Target="/ppt/notesMasters/notesMaster1.xml" Id="R74e83ba8ebca48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4ec069e3074165" /><Relationship Type="http://schemas.openxmlformats.org/officeDocument/2006/relationships/notesMaster" Target="/ppt/notesMasters/notesMaster1.xml" Id="Rb43ea3d8458d45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8d22a35ea24a9d" /><Relationship Type="http://schemas.openxmlformats.org/officeDocument/2006/relationships/notesMaster" Target="/ppt/notesMasters/notesMaster1.xml" Id="R4f70f11ba32346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06455156444389" /><Relationship Type="http://schemas.openxmlformats.org/officeDocument/2006/relationships/notesMaster" Target="/ppt/notesMasters/notesMaster1.xml" Id="Rb0ba801e5c154f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202fe8d3134e78" /><Relationship Type="http://schemas.openxmlformats.org/officeDocument/2006/relationships/notesMaster" Target="/ppt/notesMasters/notesMaster1.xml" Id="Rb2908e1dc4cd4d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9f4d1c6ce2a41e5" /><Relationship Type="http://schemas.openxmlformats.org/officeDocument/2006/relationships/notesMaster" Target="/ppt/notesMasters/notesMaster1.xml" Id="Rb15d396e3c2848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1.1.0,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5f181344c4e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d533194b6f4cf9" /><Relationship Type="http://schemas.openxmlformats.org/officeDocument/2006/relationships/slideLayout" Target="/ppt/slideLayouts/slideLayout1.xml" Id="R2c034fa69f4045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034fa69f4045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c974387a84363" /><Relationship Type="http://schemas.openxmlformats.org/officeDocument/2006/relationships/hyperlink" Target="https://github.com/toughdave/job-search" TargetMode="External" Id="Rcad915c7e2a04e14" /><Relationship Type="http://schemas.openxmlformats.org/officeDocument/2006/relationships/notesSlide" Target="/ppt/notesSlides/notesSlide1.xml" Id="Rd6540c7be99749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9eef8346d4743" /><Relationship Type="http://schemas.openxmlformats.org/officeDocument/2006/relationships/hyperlink" Target="https://learn.chatgpt.com/docs/app" TargetMode="External" Id="Racc1165f5d9840aa" /><Relationship Type="http://schemas.openxmlformats.org/officeDocument/2006/relationships/hyperlink" Target="https://learn.chatgpt.com/docs/windows/windows-app#download-the-chatgpt-desktop-app" TargetMode="External" Id="R0f5522e043de462d" /><Relationship Type="http://schemas.openxmlformats.org/officeDocument/2006/relationships/hyperlink" Target="https://claude.com/download" TargetMode="External" Id="R0466d1e8addb4b10" /><Relationship Type="http://schemas.openxmlformats.org/officeDocument/2006/relationships/hyperlink" Target="https://code.claude.com/docs/en/desktop-quickstart" TargetMode="External" Id="R9d84cc246aba45a4" /><Relationship Type="http://schemas.openxmlformats.org/officeDocument/2006/relationships/notesSlide" Target="/ppt/notesSlides/notesSlide2.xml" Id="R594e7e60ad764d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acc4b57114326" /><Relationship Type="http://schemas.openxmlformats.org/officeDocument/2006/relationships/image" Target="/ppt/media/image.png" Id="Rb71c2398fda14031" /><Relationship Type="http://schemas.openxmlformats.org/officeDocument/2006/relationships/notesSlide" Target="/ppt/notesSlides/notesSlide3.xml" Id="R44dd77ddca6c47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8126a07914d54" /><Relationship Type="http://schemas.openxmlformats.org/officeDocument/2006/relationships/image" Target="/ppt/media/image2.png" Id="R73a1445dbf8e4c92" /><Relationship Type="http://schemas.openxmlformats.org/officeDocument/2006/relationships/notesSlide" Target="/ppt/notesSlides/notesSlide4.xml" Id="R626ba3ab26024a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201ab5a5b4c9f" /><Relationship Type="http://schemas.openxmlformats.org/officeDocument/2006/relationships/image" Target="/ppt/media/image3.png" Id="Rd1387e4ccfcc4d72" /><Relationship Type="http://schemas.openxmlformats.org/officeDocument/2006/relationships/notesSlide" Target="/ppt/notesSlides/notesSlide5.xml" Id="R7488d491861f4d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f9f1f28794bad" /><Relationship Type="http://schemas.openxmlformats.org/officeDocument/2006/relationships/image" Target="/ppt/media/image4.png" Id="R8f8160ddc45248f9" /><Relationship Type="http://schemas.openxmlformats.org/officeDocument/2006/relationships/notesSlide" Target="/ppt/notesSlides/notesSlide6.xml" Id="Rf58ffbebc1364e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dd7c7e11242aa" /><Relationship Type="http://schemas.openxmlformats.org/officeDocument/2006/relationships/notesSlide" Target="/ppt/notesSlides/notesSlide7.xml" Id="R2de95dea038a4d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b5f7eec1c4631" /><Relationship Type="http://schemas.openxmlformats.org/officeDocument/2006/relationships/hyperlink" Target="https://github.com/toughdave/job-search#3-copy-the-start-message-then-press-send" TargetMode="External" Id="Re9a06c9c38f24d36" /><Relationship Type="http://schemas.openxmlformats.org/officeDocument/2006/relationships/notesSlide" Target="/ppt/notesSlides/notesSlide8.xml" Id="Rbc2ee1be111c4b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6a95c3ae94bfb" /><Relationship Type="http://schemas.openxmlformats.org/officeDocument/2006/relationships/notesSlide" Target="/ppt/notesSlides/notesSlide9.xml" Id="R97fade0b894047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e647a04ab432a" /><Relationship Type="http://schemas.openxmlformats.org/officeDocument/2006/relationships/notesSlide" Target="/ppt/notesSlides/notesSlide10.xml" Id="Rc24873c413924e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e18857cfd41b5" /><Relationship Type="http://schemas.openxmlformats.org/officeDocument/2006/relationships/notesSlide" Target="/ppt/notesSlides/notesSlide11.xml" Id="R92606751323d40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bbbf3c23a4bba" /><Relationship Type="http://schemas.openxmlformats.org/officeDocument/2006/relationships/notesSlide" Target="/ppt/notesSlides/notesSlide12.xml" Id="Rd97881c39d6743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744a6852847ed" /><Relationship Type="http://schemas.openxmlformats.org/officeDocument/2006/relationships/hyperlink" Target="https://github.com/toughdave/job-search" TargetMode="External" Id="R99fde2fc3ec64486" /><Relationship Type="http://schemas.openxmlformats.org/officeDocument/2006/relationships/notesSlide" Target="/ppt/notesSlides/notesSlide13.xml" Id="R892976f733094d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D8572-2B1E-4214-8EF9-1339CD54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E437F-8ECD-44E6-B463-195898A5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06B2E-B7C8-4922-A38C-3556C79B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3563B-09B2-4407-994F-9F2349DB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ad915c7e2a04e14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874479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71075-4A09-49C1-A685-9A57C44B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AF727-E532-4728-B4DC-7667BB2E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58CF2-91D8-44A3-B0DB-01E4E587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080E2-B2C1-4B8A-B3FD-0E99C712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02793-9EEB-42B0-A01C-812B179D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C606F-BA5D-4575-9EDC-924D82B5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cc1165f5d9840aa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6D904-3535-4982-882E-0A8D0F4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f5522e043de462d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3140E-5387-41E4-B848-3AF40EF4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68408F-9CF7-43AC-9A95-840DBAD2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70C37-6F93-4291-8761-04975524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466d1e8addb4b10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E1DCB-1F7A-436A-B53F-0764E681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d84cc246aba45a4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C47EB-9697-4D71-B870-2259DBFB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2798726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DB71F-C324-4273-82FE-A2F0EC42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5B4BF-9432-4CF9-AB86-15B8930F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F7B19-AD89-438C-849A-34286F87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c2398fda14031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C43B4-3FF1-4FC2-8DDF-2643D9AD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8993924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9E6CEC-B97E-4482-8654-0B1AFAB1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F31F8-4210-4243-B4E7-D37582DC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CFF26-BD7D-4BBB-9812-4019ECA1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35A5B-5F8E-4FF1-B633-01C73293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54D8D-6547-40A2-814A-3BA05A5E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1445dbf8e4c92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FDD46-C64E-41B5-B873-D9DEF9E9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18187982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2D538-202E-4BC8-A27C-792B9533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6C64F-8EE6-4136-935B-49B82E7A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5432F-C4E0-4345-910A-2646062E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87e4ccfcc4d72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C7A75-EFD6-40CA-AE7F-304A1DC3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13681551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B0E5B-7548-46F6-9D72-B588F689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B1C40-AFEB-4A9A-82DD-735F22C1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12D05-CBFE-4FB8-8746-1966A698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160ddc45248f9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452F7-AACB-4DB3-85B7-3C294F38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14847082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59F86-41E3-43FB-AD1B-AB1EA8C0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1FDA9-5B8B-48A7-80F7-39542F2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84426-DF03-4513-92DE-C60AA796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5E3E4-CA89-43DB-82DA-8132BB83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DB6BC-447A-40B5-8E82-8555C803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0E71A-BAB6-4996-BC29-327C7AF6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7CCE0-0A3B-442B-8F9C-64E88CB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that it can read the file. It can also build a resume from your real experience.</a:t>
            </a:r>
          </a:p>
        </p:txBody>
      </p:sp>
    </p:spTree>
    <p:extLst>
      <p:ext uri="{BB962C8B-B14F-4D97-AF65-F5344CB8AC3E}">
        <p14:creationId xmlns:p14="http://schemas.microsoft.com/office/powerpoint/2010/main" val="8623245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82DF0-C920-49B8-9691-C57BE6A6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0D577-C1BC-463D-887A-DD542A8A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3F920-C76A-4CDC-BFB9-370B646A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69F60-906A-4208-ADF7-30060DEF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146A7-FEF5-4552-A15D-019F3649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46BF55-6622-49D0-8701-BDFD57B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9a06c9c38f24d36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5757874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9CC4D-752A-4698-B4D1-183A1A91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4560B-DDB0-4210-BBC1-3074C9B9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15597-FF97-4F7B-AE50-27CC3C33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asks one question, waits, and saves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D86CB-259E-44E1-AD31-6A25E064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9FCF8-0DE0-4128-898C-FECABD63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“Tell me about a time you solved a problem</a:t>
            </a:r>
          </a:p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that matters for the work you want to do.”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A0FBF-99C2-40CE-9B2F-D093E416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happened. Honest qualitative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results are useful. The AI asks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30257-3B8E-40A1-B408-A3D3F699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pause, correct an answer, or decline the optional LinkedIn review.</a:t>
            </a:r>
          </a:p>
        </p:txBody>
      </p:sp>
    </p:spTree>
    <p:extLst>
      <p:ext uri="{BB962C8B-B14F-4D97-AF65-F5344CB8AC3E}">
        <p14:creationId xmlns:p14="http://schemas.microsoft.com/office/powerpoint/2010/main" val="15555536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241BA-8B3B-43B4-82C5-9870CEAE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E3342-CC39-4418-B203-9D7EC822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49288-EFBF-42B1-A976-5C5D53F2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enough is known, the AI prepares useful documents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keeps your search records in a separate private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2CE55-A99C-4ACC-B393-4A806D8C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F2EA6-C1E2-49D3-AC39-9331FBE3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E8193-12CE-4D81-867C-3940A1AF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788344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D20B7-93BB-4EB8-8E68-E8EDEF31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0C919-039C-41A9-8CE4-CCB05BB5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5EF45-8922-483C-B830-3E232133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AA754-72AD-4FF8-9C97-A057BDD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D4D4A-0062-43D7-8874-AB267B69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F01D4-6C62-40A1-B485-3484E19C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C7C0B-13D5-4032-8460-0BDD8100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0E988-3CD4-41CB-8538-5ABCBAF0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picker cannot find it, send: “Use job-search.” Ask the AI to check installation if needed.</a:t>
            </a:r>
          </a:p>
        </p:txBody>
      </p:sp>
    </p:spTree>
    <p:extLst>
      <p:ext uri="{BB962C8B-B14F-4D97-AF65-F5344CB8AC3E}">
        <p14:creationId xmlns:p14="http://schemas.microsoft.com/office/powerpoint/2010/main" val="20674742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90193-37CF-4866-BAAB-DBDB56BF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6A3F8-DB4C-40A1-BF71-564F67B3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F840D-06AC-4DA6-AFC7-8EA8C1E1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 and conversation.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56A7F-C9BF-4F52-A681-2212D2CA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0FF98-EDBF-4E87-A7F3-30D41F9D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Continue from your saved progress.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8BD44-03C4-42CE-9A82-ADC1D52D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20533926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2D228-7152-48C7-8BD4-FFB15416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1F988-2E52-4DC4-AD2A-242AFE3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43A07-AABC-417B-B821-724B5D65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D097E-16D9-494E-A425-9748631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“Check whether job-search is installed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this project and help me load it.”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9D74C-0DA4-4EC5-A66A-DDB9E182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5A486-B674-487A-81DF-D6D4FA59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B1D8D-6B38-4DEB-AB26-A8779994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New chat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1887B-1C6F-442B-9B7B-DDE8543A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Provide the private records location the AI gave you. Say: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“Resume my existing search here; do not start over.”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622EF-DAA1-4454-969C-9C085B97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9fde2fc3ec64486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5128984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2026-09-12T19:12:42.1360000Z</dcterms:created>
  <dcterms:modified xsi:type="dcterms:W3CDTF">2026-09-12T19:12:42.1360000Z</dcterms:modified>
</coreProperties>
</file>