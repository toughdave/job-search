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998422727049b8" /><Relationship Type="http://schemas.openxmlformats.org/officeDocument/2006/relationships/extended-properties" Target="/docProps/app.xml" Id="Rd02061ee9fe14269" /><Relationship Type="http://schemas.openxmlformats.org/officeDocument/2006/relationships/officeDocument" Target="/ppt/presentation.xml" Id="R2ab3f5ac3e7940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2aac82f2374df7"/>
  </p:sldMasterIdLst>
  <p:notesMasterIdLst>
    <p:notesMasterId xmlns:r="http://schemas.openxmlformats.org/officeDocument/2006/relationships" r:id="R36420e35c775429e"/>
  </p:notesMasterIdLst>
  <p:sldIdLst>
    <p:sldId xmlns:r="http://schemas.openxmlformats.org/officeDocument/2006/relationships" id="256" r:id="R6fbdc4281e794894"/>
    <p:sldId xmlns:r="http://schemas.openxmlformats.org/officeDocument/2006/relationships" id="257" r:id="R1112c659bed9448e"/>
    <p:sldId xmlns:r="http://schemas.openxmlformats.org/officeDocument/2006/relationships" id="258" r:id="R5ac05cbd9305451a"/>
    <p:sldId xmlns:r="http://schemas.openxmlformats.org/officeDocument/2006/relationships" id="259" r:id="R91104f771b084142"/>
    <p:sldId xmlns:r="http://schemas.openxmlformats.org/officeDocument/2006/relationships" id="260" r:id="R2ed9465d31a14adf"/>
    <p:sldId xmlns:r="http://schemas.openxmlformats.org/officeDocument/2006/relationships" id="261" r:id="Rc429d526f5784db1"/>
    <p:sldId xmlns:r="http://schemas.openxmlformats.org/officeDocument/2006/relationships" id="262" r:id="R76d24d6dd9c249cd"/>
    <p:sldId xmlns:r="http://schemas.openxmlformats.org/officeDocument/2006/relationships" id="263" r:id="Rbe2d629639954708"/>
    <p:sldId xmlns:r="http://schemas.openxmlformats.org/officeDocument/2006/relationships" id="264" r:id="Re59055c83a984be7"/>
    <p:sldId xmlns:r="http://schemas.openxmlformats.org/officeDocument/2006/relationships" id="265" r:id="Rfb398038f5f34986"/>
    <p:sldId xmlns:r="http://schemas.openxmlformats.org/officeDocument/2006/relationships" id="266" r:id="R038e5d858ef2499f"/>
    <p:sldId xmlns:r="http://schemas.openxmlformats.org/officeDocument/2006/relationships" id="267" r:id="Rd4bd69f284ea47f9"/>
    <p:sldId xmlns:r="http://schemas.openxmlformats.org/officeDocument/2006/relationships" id="268" r:id="Rbc2c1cfa640746b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f3180453d1402b" /><Relationship Type="http://schemas.openxmlformats.org/officeDocument/2006/relationships/slideMaster" Target="/ppt/slideMasters/slideMaster1.xml" Id="R832aac82f2374df7" /><Relationship Type="http://schemas.openxmlformats.org/officeDocument/2006/relationships/notesMaster" Target="/ppt/notesMasters/notesMaster1.xml" Id="R36420e35c775429e" /><Relationship Type="http://schemas.openxmlformats.org/officeDocument/2006/relationships/presProps" Target="/ppt/presProps.xml" Id="R559bdf3775c7422b" /><Relationship Type="http://schemas.openxmlformats.org/officeDocument/2006/relationships/tableStyles" Target="/ppt/tableStyles.xml" Id="R456ef5144c03479e" /><Relationship Type="http://schemas.openxmlformats.org/officeDocument/2006/relationships/slide" Target="/ppt/slides/slide1.xml" Id="R6fbdc4281e794894" /><Relationship Type="http://schemas.openxmlformats.org/officeDocument/2006/relationships/slide" Target="/ppt/slides/slide2.xml" Id="R1112c659bed9448e" /><Relationship Type="http://schemas.openxmlformats.org/officeDocument/2006/relationships/slide" Target="/ppt/slides/slide3.xml" Id="R5ac05cbd9305451a" /><Relationship Type="http://schemas.openxmlformats.org/officeDocument/2006/relationships/slide" Target="/ppt/slides/slide4.xml" Id="R91104f771b084142" /><Relationship Type="http://schemas.openxmlformats.org/officeDocument/2006/relationships/slide" Target="/ppt/slides/slide5.xml" Id="R2ed9465d31a14adf" /><Relationship Type="http://schemas.openxmlformats.org/officeDocument/2006/relationships/slide" Target="/ppt/slides/slide6.xml" Id="Rc429d526f5784db1" /><Relationship Type="http://schemas.openxmlformats.org/officeDocument/2006/relationships/slide" Target="/ppt/slides/slide7.xml" Id="R76d24d6dd9c249cd" /><Relationship Type="http://schemas.openxmlformats.org/officeDocument/2006/relationships/slide" Target="/ppt/slides/slide8.xml" Id="Rbe2d629639954708" /><Relationship Type="http://schemas.openxmlformats.org/officeDocument/2006/relationships/slide" Target="/ppt/slides/slide9.xml" Id="Re59055c83a984be7" /><Relationship Type="http://schemas.openxmlformats.org/officeDocument/2006/relationships/slide" Target="/ppt/slides/slide10.xml" Id="Rfb398038f5f34986" /><Relationship Type="http://schemas.openxmlformats.org/officeDocument/2006/relationships/slide" Target="/ppt/slides/slide11.xml" Id="R038e5d858ef2499f" /><Relationship Type="http://schemas.openxmlformats.org/officeDocument/2006/relationships/slide" Target="/ppt/slides/slide12.xml" Id="Rd4bd69f284ea47f9" /><Relationship Type="http://schemas.openxmlformats.org/officeDocument/2006/relationships/slide" Target="/ppt/slides/slide13.xml" Id="Rbc2c1cfa640746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d5a0d33f0f4d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b81f47e0e94dc0" /><Relationship Type="http://schemas.openxmlformats.org/officeDocument/2006/relationships/notesMaster" Target="/ppt/notesMasters/notesMaster1.xml" Id="Rd0d200e6e25747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b3582f795a4c0f" /><Relationship Type="http://schemas.openxmlformats.org/officeDocument/2006/relationships/notesMaster" Target="/ppt/notesMasters/notesMaster1.xml" Id="Rbdfd6cb00de14a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da89fb15e44b6f" /><Relationship Type="http://schemas.openxmlformats.org/officeDocument/2006/relationships/notesMaster" Target="/ppt/notesMasters/notesMaster1.xml" Id="Rb049e252439e49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a4986741b74c69" /><Relationship Type="http://schemas.openxmlformats.org/officeDocument/2006/relationships/notesMaster" Target="/ppt/notesMasters/notesMaster1.xml" Id="R539e6b9de5d342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c35fed9ee141f4" /><Relationship Type="http://schemas.openxmlformats.org/officeDocument/2006/relationships/notesMaster" Target="/ppt/notesMasters/notesMaster1.xml" Id="R14e113cb954f4e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45b0c8dc9549a0" /><Relationship Type="http://schemas.openxmlformats.org/officeDocument/2006/relationships/notesMaster" Target="/ppt/notesMasters/notesMaster1.xml" Id="R5684e8992a8d41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336284fa1b947e0" /><Relationship Type="http://schemas.openxmlformats.org/officeDocument/2006/relationships/notesMaster" Target="/ppt/notesMasters/notesMaster1.xml" Id="R3e611e09450c4c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32d0fba6f9456b" /><Relationship Type="http://schemas.openxmlformats.org/officeDocument/2006/relationships/notesMaster" Target="/ppt/notesMasters/notesMaster1.xml" Id="R7b429371573d43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885bcdddddb4eaf" /><Relationship Type="http://schemas.openxmlformats.org/officeDocument/2006/relationships/notesMaster" Target="/ppt/notesMasters/notesMaster1.xml" Id="Rbc2b71f7fe8744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1b344e1ea8740a9" /><Relationship Type="http://schemas.openxmlformats.org/officeDocument/2006/relationships/notesMaster" Target="/ppt/notesMasters/notesMaster1.xml" Id="R9545cae5d16441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bcf4edbffe24ffa" /><Relationship Type="http://schemas.openxmlformats.org/officeDocument/2006/relationships/notesMaster" Target="/ppt/notesMasters/notesMaster1.xml" Id="R0d76655d490f463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eebb0da5fbd45a3" /><Relationship Type="http://schemas.openxmlformats.org/officeDocument/2006/relationships/notesMaster" Target="/ppt/notesMasters/notesMaster1.xml" Id="Rd6eaf1b04a1643d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ee7aa95fbb64870" /><Relationship Type="http://schemas.openxmlformats.org/officeDocument/2006/relationships/notesMaster" Target="/ppt/notesMasters/notesMaster1.xml" Id="R52f8e89ef9a049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1.2.0,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Screenshot supplied by the repository owner: docs/images/codex-permissions.png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Screenshot supplied by the repository owner: docs/images/claude-permissions.png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invocation sources: https://learn.chatgpt.com/docs/build-skills#how-chatgpt-and-codex-use-skills</a:t>
            </a:r>
          </a:p>
          <a:p xmlns:a="http://schemas.openxmlformats.org/drawingml/2006/main">
            <a:r>
              <a:t>https://code.claude.com/docs/en/skills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7b0c8f1ed4c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f3bef49cbc440e" /><Relationship Type="http://schemas.openxmlformats.org/officeDocument/2006/relationships/slideLayout" Target="/ppt/slideLayouts/slideLayout1.xml" Id="R776779b3218e41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6779b3218e41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d104b9a2e41da" /><Relationship Type="http://schemas.openxmlformats.org/officeDocument/2006/relationships/hyperlink" Target="https://github.com/toughdave/job-search" TargetMode="External" Id="R78067816ae794875" /><Relationship Type="http://schemas.openxmlformats.org/officeDocument/2006/relationships/notesSlide" Target="/ppt/notesSlides/notesSlide1.xml" Id="R278174733edc49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9d96edb2e446f" /><Relationship Type="http://schemas.openxmlformats.org/officeDocument/2006/relationships/hyperlink" Target="https://learn.chatgpt.com/docs/app" TargetMode="External" Id="Rd1ba2e79599f4e3f" /><Relationship Type="http://schemas.openxmlformats.org/officeDocument/2006/relationships/hyperlink" Target="https://learn.chatgpt.com/docs/windows/windows-app#download-the-chatgpt-desktop-app" TargetMode="External" Id="R11ad97dede53403c" /><Relationship Type="http://schemas.openxmlformats.org/officeDocument/2006/relationships/hyperlink" Target="https://claude.com/download" TargetMode="External" Id="R222706335aa74c5a" /><Relationship Type="http://schemas.openxmlformats.org/officeDocument/2006/relationships/hyperlink" Target="https://code.claude.com/docs/en/desktop-quickstart" TargetMode="External" Id="R18ac0459f4594e5f" /><Relationship Type="http://schemas.openxmlformats.org/officeDocument/2006/relationships/notesSlide" Target="/ppt/notesSlides/notesSlide2.xml" Id="R6f84c82c9a1746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81641400e4d0a" /><Relationship Type="http://schemas.openxmlformats.org/officeDocument/2006/relationships/image" Target="/ppt/media/image.png" Id="Ra7377327abdb4a1a" /><Relationship Type="http://schemas.openxmlformats.org/officeDocument/2006/relationships/notesSlide" Target="/ppt/notesSlides/notesSlide3.xml" Id="R76a86e53a54e48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485b282f44c0c" /><Relationship Type="http://schemas.openxmlformats.org/officeDocument/2006/relationships/image" Target="/ppt/media/image2.png" Id="Raf5db7dd2e474caf" /><Relationship Type="http://schemas.openxmlformats.org/officeDocument/2006/relationships/notesSlide" Target="/ppt/notesSlides/notesSlide4.xml" Id="Rd75180b914c44c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d9938f1a24e63" /><Relationship Type="http://schemas.openxmlformats.org/officeDocument/2006/relationships/image" Target="/ppt/media/image3.png" Id="R8bca409d3a3240fa" /><Relationship Type="http://schemas.openxmlformats.org/officeDocument/2006/relationships/notesSlide" Target="/ppt/notesSlides/notesSlide5.xml" Id="R794881a5a12b4c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6a000a9bb451d" /><Relationship Type="http://schemas.openxmlformats.org/officeDocument/2006/relationships/image" Target="/ppt/media/image4.png" Id="R42756619e77b4bf0" /><Relationship Type="http://schemas.openxmlformats.org/officeDocument/2006/relationships/notesSlide" Target="/ppt/notesSlides/notesSlide6.xml" Id="R0527a84ec15f42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460e3deda4f6d" /><Relationship Type="http://schemas.openxmlformats.org/officeDocument/2006/relationships/notesSlide" Target="/ppt/notesSlides/notesSlide7.xml" Id="R76fd8a8e6f654d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f44c196494359" /><Relationship Type="http://schemas.openxmlformats.org/officeDocument/2006/relationships/hyperlink" Target="https://github.com/toughdave/job-search#3-copy-the-start-message-then-press-send" TargetMode="External" Id="R502e32cf091e4dea" /><Relationship Type="http://schemas.openxmlformats.org/officeDocument/2006/relationships/notesSlide" Target="/ppt/notesSlides/notesSlide8.xml" Id="Rc140060be4424d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9beafbb4c140e4" /><Relationship Type="http://schemas.openxmlformats.org/officeDocument/2006/relationships/notesSlide" Target="/ppt/notesSlides/notesSlide9.xml" Id="Rbeb79b15dbe64e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a8226e5824631" /><Relationship Type="http://schemas.openxmlformats.org/officeDocument/2006/relationships/notesSlide" Target="/ppt/notesSlides/notesSlide10.xml" Id="R949e834d664d4b8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ba624682604753" /><Relationship Type="http://schemas.openxmlformats.org/officeDocument/2006/relationships/notesSlide" Target="/ppt/notesSlides/notesSlide11.xml" Id="Rdec376929bdb4b8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d3ed8bdd94c45" /><Relationship Type="http://schemas.openxmlformats.org/officeDocument/2006/relationships/notesSlide" Target="/ppt/notesSlides/notesSlide12.xml" Id="Rf54a0ea670764e4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c110f497e4714" /><Relationship Type="http://schemas.openxmlformats.org/officeDocument/2006/relationships/hyperlink" Target="https://github.com/toughdave/job-search" TargetMode="External" Id="R1e113b9a8ae4475c" /><Relationship Type="http://schemas.openxmlformats.org/officeDocument/2006/relationships/notesSlide" Target="/ppt/notesSlides/notesSlide13.xml" Id="R113d58351cb1419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61B0DB-776F-4D3A-96D7-034C549A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0462A-4D89-4F27-B195-4270CF31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short guide for Codex and Claude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71851B-9003-4160-8D03-B80A68B7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FC0449-964D-41F2-A6A1-23F53185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78067816ae794875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8401312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C71C29-E22E-4DB6-9730-26FC6DAF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Open your AI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C42A7C-060D-4601-9F57-EFDB13A5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FE9919-825A-4E8E-89C4-02386501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03D047-7530-4EA5-9B5A-E90B0B91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D0AA91-AA76-4A0C-89F6-8AA5E8BE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ADF9E-4690-4B8C-BC69-AEEA650F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d1ba2e79599f4e3f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B533F7-88D8-4A30-9D4A-B583BC042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11ad97dede53403c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ED8D43-899D-4357-B708-1BA88975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B44F8A-E220-4223-AEEA-B3280C22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6F762C-228C-4EF6-90CE-88928FA1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222706335aa74c5a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A73262-9172-4336-ABAD-4587E17E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18ac0459f4594e5f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86A5C-99E0-44F3-BB56-F30D269F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2675537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D03DED-923F-4A55-883F-B3601F0E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a. Choose your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24BC0-8142-4183-A12B-2CEBFDA4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7CC8D-A813-4A94-BB36-204F2551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377327abdb4a1a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C2180-4F7D-4C09-9565-1D60960C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6737477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DE8CC6-7DCF-4BFF-B978-0451912A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b. Select or create your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E3722-D942-438D-A261-AFA36450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C7667F-1A93-489F-AA9C-363183EA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6EA6F-A2EA-4412-AF76-C3A072F1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D01095-6A98-4649-8334-A17683EC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5db7dd2e474caf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B6D2C-EBA1-438B-952B-34AAD464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1905408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B1D08B-73E6-4D72-8E4A-EA2DFDD0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c. Codex: Full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7D43E-AB7B-4025-91D4-9751847B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C6D47-8AE4-4085-8C70-E3BC6A91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permission label below your message.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Full access, as shown.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ca409d3a3240fa"/>
          <a:stretch xmlns:a="http://schemas.openxmlformats.org/drawingml/2006/main"/>
        </p:blipFill>
        <p:spPr>
          <a:xfrm xmlns:a="http://schemas.openxmlformats.org/drawingml/2006/main">
            <a:off x="616284" y="2362200"/>
            <a:ext cx="10959433" cy="31146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431D6-A087-4D7D-83FD-1C55F1B0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allows internet and file access across your computer,</a:t>
            </a:r>
          </a:p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including files outside the selected project.</a:t>
            </a:r>
          </a:p>
        </p:txBody>
      </p:sp>
    </p:spTree>
    <p:extLst>
      <p:ext uri="{BB962C8B-B14F-4D97-AF65-F5344CB8AC3E}">
        <p14:creationId xmlns:p14="http://schemas.microsoft.com/office/powerpoint/2010/main" val="20321368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A3298E-93F2-4134-A389-41F46F1C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d. Claude Code: Auto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A974E-A363-48AB-940F-C1A08BDC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DD0AA-2EBE-4C16-948C-8D4F5168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mode label below your message. Select Auto.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756619e77b4bf0"/>
          <a:stretch xmlns:a="http://schemas.openxmlformats.org/drawingml/2006/main"/>
        </p:blipFill>
        <p:spPr>
          <a:xfrm xmlns:a="http://schemas.openxmlformats.org/drawingml/2006/main">
            <a:off x="1143000" y="2154114"/>
            <a:ext cx="9906000" cy="34260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B848A2-5BE6-40AA-8F4F-3A2A60D1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Claude handles permission decisions with background safety checks.</a:t>
            </a:r>
          </a:p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Some actions can still require your input.</a:t>
            </a:r>
          </a:p>
        </p:txBody>
      </p:sp>
    </p:spTree>
    <p:extLst>
      <p:ext uri="{BB962C8B-B14F-4D97-AF65-F5344CB8AC3E}">
        <p14:creationId xmlns:p14="http://schemas.microsoft.com/office/powerpoint/2010/main" val="5774271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445EBD-F04E-4808-A20A-94986F32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6911C-C79D-4D55-97BF-97018EB0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87C0E5-D22C-46B5-8079-E64F0923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9BFC2-14E1-4A34-806D-BE4C438F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CC760-3DB7-48D8-B455-37FE30E5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BA9B37-065D-4AFB-B363-A621C087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D2918-5F54-4174-8337-AD2347D9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The AI checks that it can read the file. It can also build a resume from your real experience.</a:t>
            </a:r>
          </a:p>
        </p:txBody>
      </p:sp>
    </p:spTree>
    <p:extLst>
      <p:ext uri="{BB962C8B-B14F-4D97-AF65-F5344CB8AC3E}">
        <p14:creationId xmlns:p14="http://schemas.microsoft.com/office/powerpoint/2010/main" val="9243094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AB082F-EC96-408F-973C-CD6461BB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034656-DC12-4119-ACDC-F8D9FEF6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2556F-5778-49F0-A66D-3F7840F5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D00C55-6220-42F3-8935-1588509D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87F8F2-E1A7-4471-A4C8-E5395E21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403172-4C8A-4ED4-A247-A822C8D2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502e32cf091e4dea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190963220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A35182-8B72-4563-9247-AD6140B9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EC2347-AD21-4CDE-B8C7-F08C0500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4649D6-9FE5-4C14-B196-890BD758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asks about one employer and role at a time.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B3BC5-6C98-43AA-9E4F-B31F0A8A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Example: Cedar Clinic, Office Assistant, 2022-2024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9D217-0C07-47A7-91BE-6939AC6C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“At Cedar Clinic, tell me about one scheduling</a:t>
            </a:r>
          </a:p>
          <a:p xmlns:a="http://schemas.openxmlformats.org/drawingml/2006/main">
            <a:pPr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problem you handled as an office assistant.”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460E3E-76CD-4DB6-9DEE-664CD683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happened. Honest qualitative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results are useful. The AI asks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91696A-E701-43BC-8EE8-BD3A9E28A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No resume? It builds your work history with you and checks for any other employers.</a:t>
            </a:r>
          </a:p>
        </p:txBody>
      </p:sp>
    </p:spTree>
    <p:extLst>
      <p:ext uri="{BB962C8B-B14F-4D97-AF65-F5344CB8AC3E}">
        <p14:creationId xmlns:p14="http://schemas.microsoft.com/office/powerpoint/2010/main" val="18088466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735F4D-9D93-45D0-A95C-A83DDDCF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36DA7-8774-40F7-A231-EE3F0676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E65806-57F1-4E7C-A88B-9048A834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When enough is known, the AI prepares useful documents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keeps your search records in a separate private location.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9C5DA-B21D-4B08-95EF-8B77F82A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Open the files and check your experience, dates and contact details.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Give corrections in the conversation.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4D170-F928-450D-90F1-5BD4D470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F4BAD-5203-41A4-84A4-B4700204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Review the employer and final documents before authorizing a submission.</a:t>
            </a:r>
          </a:p>
        </p:txBody>
      </p:sp>
    </p:spTree>
    <p:extLst>
      <p:ext uri="{BB962C8B-B14F-4D97-AF65-F5344CB8AC3E}">
        <p14:creationId xmlns:p14="http://schemas.microsoft.com/office/powerpoint/2010/main" val="6531331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9161BD-8AE9-46E2-8CC3-EFF37905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Summon the installed 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0956D-C550-4627-9279-6D7431F3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C288E-FB11-4C26-840F-F19D1B65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839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/ ChatGPT desktop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DB0FC7-C28A-4BE3-9D7A-29228287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8394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Type @ and choose job-search. If your composer offers a $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skill picker, choose job-search there.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2ACAD1-93DE-421C-AF8B-CD06CA8C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CLI or IDE:  $job-search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47A4A-FE4C-439F-954B-D90ABEB7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Code:  /job-search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D5645-0C3E-43F3-8332-8B8639A2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“Start my search” or “Continue my job search”, then send.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the AI message box after installation, in the same project.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9649C2-4853-4B39-86D0-1E3A8777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If the picker cannot find it, send: “Use job-search.” Ask the AI to check installation if needed.</a:t>
            </a:r>
          </a:p>
        </p:txBody>
      </p:sp>
    </p:spTree>
    <p:extLst>
      <p:ext uri="{BB962C8B-B14F-4D97-AF65-F5344CB8AC3E}">
        <p14:creationId xmlns:p14="http://schemas.microsoft.com/office/powerpoint/2010/main" val="1003677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83AD5A-6862-4372-962B-91B7C465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92D8E-43E3-4C5B-82CE-50C06ACE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46616-85DA-40E0-A49F-DA4A9108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Reopen the same local project and conversation.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Summon job-search, then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2A0169-0750-468D-AAF0-92DC7635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FC4F5-F003-41F3-8BEF-B377C5A5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Continue from your saved progress.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027DA1-E989-4103-A213-08680969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13777645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F1F580-4BC3-4770-924A-8C4F9764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77B327-D477-419E-B786-6ABB71AE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A95B95-00D4-4FB5-B446-69FAB5AC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65034-38E2-4CDA-8021-017F7BD8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“Check whether job-search is installed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this project and help me load it.”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4FE3D-F169-48C8-8F08-054B9F3B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3CC0B3-161C-44D3-9D40-4EED3231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9B263E-FC01-49BE-B2BA-C26D4599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New chat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E41856-6EE7-448A-A5B0-4E88BD2C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Provide the private records location the AI gave you. Say: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“Resume my existing search here; do not start over.”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4D2406-48CF-4F5D-BC8E-CA87EB99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1e113b9a8ae4475c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6700267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2026-09-12T19:26:43.6620000Z</dcterms:created>
  <dcterms:modified xsi:type="dcterms:W3CDTF">2026-09-12T19:26:43.6620000Z</dcterms:modified>
</coreProperties>
</file>