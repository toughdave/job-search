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c5488165754baa" /><Relationship Type="http://schemas.openxmlformats.org/officeDocument/2006/relationships/extended-properties" Target="/docProps/app.xml" Id="R20e43342753c4195" /><Relationship Type="http://schemas.openxmlformats.org/officeDocument/2006/relationships/officeDocument" Target="/ppt/presentation.xml" Id="Rb75b436bc64346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5a01833c4e4933"/>
  </p:sldMasterIdLst>
  <p:notesMasterIdLst>
    <p:notesMasterId xmlns:r="http://schemas.openxmlformats.org/officeDocument/2006/relationships" r:id="R684c479afda44563"/>
  </p:notesMasterIdLst>
  <p:sldIdLst>
    <p:sldId xmlns:r="http://schemas.openxmlformats.org/officeDocument/2006/relationships" id="256" r:id="R7b8685e7b72a4eff"/>
    <p:sldId xmlns:r="http://schemas.openxmlformats.org/officeDocument/2006/relationships" id="257" r:id="R1c6c2473bcb24b0c"/>
    <p:sldId xmlns:r="http://schemas.openxmlformats.org/officeDocument/2006/relationships" id="258" r:id="R2e075763d44244a0"/>
    <p:sldId xmlns:r="http://schemas.openxmlformats.org/officeDocument/2006/relationships" id="259" r:id="R4b28aa6fa33846c8"/>
    <p:sldId xmlns:r="http://schemas.openxmlformats.org/officeDocument/2006/relationships" id="260" r:id="R9febb4ea6d63474d"/>
    <p:sldId xmlns:r="http://schemas.openxmlformats.org/officeDocument/2006/relationships" id="261" r:id="R8a0e62788b5b4a43"/>
    <p:sldId xmlns:r="http://schemas.openxmlformats.org/officeDocument/2006/relationships" id="262" r:id="Re99f759ba4864aa7"/>
    <p:sldId xmlns:r="http://schemas.openxmlformats.org/officeDocument/2006/relationships" id="263" r:id="R8668ada33e944956"/>
    <p:sldId xmlns:r="http://schemas.openxmlformats.org/officeDocument/2006/relationships" id="264" r:id="Rafc0e36405b944c2"/>
    <p:sldId xmlns:r="http://schemas.openxmlformats.org/officeDocument/2006/relationships" id="265" r:id="R1e2f2eecfe994445"/>
    <p:sldId xmlns:r="http://schemas.openxmlformats.org/officeDocument/2006/relationships" id="266" r:id="R2762af4d6a8a4b20"/>
    <p:sldId xmlns:r="http://schemas.openxmlformats.org/officeDocument/2006/relationships" id="267" r:id="R7b205f235ac848d6"/>
    <p:sldId xmlns:r="http://schemas.openxmlformats.org/officeDocument/2006/relationships" id="268" r:id="Rd3ae3b3b435f4115"/>
    <p:sldId xmlns:r="http://schemas.openxmlformats.org/officeDocument/2006/relationships" id="269" r:id="R08c01aafac3a4e38"/>
    <p:sldId xmlns:r="http://schemas.openxmlformats.org/officeDocument/2006/relationships" id="270" r:id="R8d7c16006a3c43d1"/>
    <p:sldId xmlns:r="http://schemas.openxmlformats.org/officeDocument/2006/relationships" id="271" r:id="Rd44e0e02449442f8"/>
    <p:sldId xmlns:r="http://schemas.openxmlformats.org/officeDocument/2006/relationships" id="272" r:id="R399f08f4e18b42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bbdfdf1c8a14e06" /><Relationship Type="http://schemas.openxmlformats.org/officeDocument/2006/relationships/slideMaster" Target="/ppt/slideMasters/slideMaster1.xml" Id="R385a01833c4e4933" /><Relationship Type="http://schemas.openxmlformats.org/officeDocument/2006/relationships/notesMaster" Target="/ppt/notesMasters/notesMaster1.xml" Id="R684c479afda44563" /><Relationship Type="http://schemas.openxmlformats.org/officeDocument/2006/relationships/presProps" Target="/ppt/presProps.xml" Id="Rdbadfe6bb7404cd1" /><Relationship Type="http://schemas.openxmlformats.org/officeDocument/2006/relationships/tableStyles" Target="/ppt/tableStyles.xml" Id="R0df1fadf3a2c409a" /><Relationship Type="http://schemas.openxmlformats.org/officeDocument/2006/relationships/slide" Target="/ppt/slides/slide1.xml" Id="R7b8685e7b72a4eff" /><Relationship Type="http://schemas.openxmlformats.org/officeDocument/2006/relationships/slide" Target="/ppt/slides/slide2.xml" Id="R1c6c2473bcb24b0c" /><Relationship Type="http://schemas.openxmlformats.org/officeDocument/2006/relationships/slide" Target="/ppt/slides/slide3.xml" Id="R2e075763d44244a0" /><Relationship Type="http://schemas.openxmlformats.org/officeDocument/2006/relationships/slide" Target="/ppt/slides/slide4.xml" Id="R4b28aa6fa33846c8" /><Relationship Type="http://schemas.openxmlformats.org/officeDocument/2006/relationships/slide" Target="/ppt/slides/slide5.xml" Id="R9febb4ea6d63474d" /><Relationship Type="http://schemas.openxmlformats.org/officeDocument/2006/relationships/slide" Target="/ppt/slides/slide6.xml" Id="R8a0e62788b5b4a43" /><Relationship Type="http://schemas.openxmlformats.org/officeDocument/2006/relationships/slide" Target="/ppt/slides/slide7.xml" Id="Re99f759ba4864aa7" /><Relationship Type="http://schemas.openxmlformats.org/officeDocument/2006/relationships/slide" Target="/ppt/slides/slide8.xml" Id="R8668ada33e944956" /><Relationship Type="http://schemas.openxmlformats.org/officeDocument/2006/relationships/slide" Target="/ppt/slides/slide9.xml" Id="Rafc0e36405b944c2" /><Relationship Type="http://schemas.openxmlformats.org/officeDocument/2006/relationships/slide" Target="/ppt/slides/slide10.xml" Id="R1e2f2eecfe994445" /><Relationship Type="http://schemas.openxmlformats.org/officeDocument/2006/relationships/slide" Target="/ppt/slides/slide11.xml" Id="R2762af4d6a8a4b20" /><Relationship Type="http://schemas.openxmlformats.org/officeDocument/2006/relationships/slide" Target="/ppt/slides/slide12.xml" Id="R7b205f235ac848d6" /><Relationship Type="http://schemas.openxmlformats.org/officeDocument/2006/relationships/slide" Target="/ppt/slides/slide13.xml" Id="Rd3ae3b3b435f4115" /><Relationship Type="http://schemas.openxmlformats.org/officeDocument/2006/relationships/slide" Target="/ppt/slides/slide14.xml" Id="R08c01aafac3a4e38" /><Relationship Type="http://schemas.openxmlformats.org/officeDocument/2006/relationships/slide" Target="/ppt/slides/slide15.xml" Id="R8d7c16006a3c43d1" /><Relationship Type="http://schemas.openxmlformats.org/officeDocument/2006/relationships/slide" Target="/ppt/slides/slide16.xml" Id="Rd44e0e02449442f8" /><Relationship Type="http://schemas.openxmlformats.org/officeDocument/2006/relationships/slide" Target="/ppt/slides/slide17.xml" Id="R399f08f4e18b42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f930b7a30d4d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30d04342004b82" /><Relationship Type="http://schemas.openxmlformats.org/officeDocument/2006/relationships/notesMaster" Target="/ppt/notesMasters/notesMaster1.xml" Id="Re6ad852a8b0542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54632647cb420a" /><Relationship Type="http://schemas.openxmlformats.org/officeDocument/2006/relationships/notesMaster" Target="/ppt/notesMasters/notesMaster1.xml" Id="R21e259f7b8444d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ce99c8d46745e5" /><Relationship Type="http://schemas.openxmlformats.org/officeDocument/2006/relationships/notesMaster" Target="/ppt/notesMasters/notesMaster1.xml" Id="R5bb592d24c8d4e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9c8b5e2b044e31" /><Relationship Type="http://schemas.openxmlformats.org/officeDocument/2006/relationships/notesMaster" Target="/ppt/notesMasters/notesMaster1.xml" Id="R53108b33b2b244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b704edd39a4ecd" /><Relationship Type="http://schemas.openxmlformats.org/officeDocument/2006/relationships/notesMaster" Target="/ppt/notesMasters/notesMaster1.xml" Id="Rece20403257b4f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5658f05dbc462d" /><Relationship Type="http://schemas.openxmlformats.org/officeDocument/2006/relationships/notesMaster" Target="/ppt/notesMasters/notesMaster1.xml" Id="Rba6b786f25aa41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afa427ba0b4963" /><Relationship Type="http://schemas.openxmlformats.org/officeDocument/2006/relationships/notesMaster" Target="/ppt/notesMasters/notesMaster1.xml" Id="R6cdf74ceeed342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e28772fc374c39" /><Relationship Type="http://schemas.openxmlformats.org/officeDocument/2006/relationships/notesMaster" Target="/ppt/notesMasters/notesMaster1.xml" Id="R85a190393e234c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466103901241df" /><Relationship Type="http://schemas.openxmlformats.org/officeDocument/2006/relationships/notesMaster" Target="/ppt/notesMasters/notesMaster1.xml" Id="R9ebf23f11bd841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2ca8986ac43fa" /><Relationship Type="http://schemas.openxmlformats.org/officeDocument/2006/relationships/notesMaster" Target="/ppt/notesMasters/notesMaster1.xml" Id="R6b1d702028dc42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c0671c8424415e" /><Relationship Type="http://schemas.openxmlformats.org/officeDocument/2006/relationships/notesMaster" Target="/ppt/notesMasters/notesMaster1.xml" Id="Rbc5ec4c7351a45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bdefa7cbef42da" /><Relationship Type="http://schemas.openxmlformats.org/officeDocument/2006/relationships/notesMaster" Target="/ppt/notesMasters/notesMaster1.xml" Id="R5108c1d7709f42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da83d055964a81" /><Relationship Type="http://schemas.openxmlformats.org/officeDocument/2006/relationships/notesMaster" Target="/ppt/notesMasters/notesMaster1.xml" Id="R5a3df9ffee1844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918b509635b4b31" /><Relationship Type="http://schemas.openxmlformats.org/officeDocument/2006/relationships/notesMaster" Target="/ppt/notesMasters/notesMaster1.xml" Id="R6bcf7c2ef732413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751625572b14005" /><Relationship Type="http://schemas.openxmlformats.org/officeDocument/2006/relationships/notesMaster" Target="/ppt/notesMasters/notesMaster1.xml" Id="R79d5102347204e2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21ac13406314c21" /><Relationship Type="http://schemas.openxmlformats.org/officeDocument/2006/relationships/notesMaster" Target="/ppt/notesMasters/notesMaster1.xml" Id="R9cd676f5f5da447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a660b182374d83" /><Relationship Type="http://schemas.openxmlformats.org/officeDocument/2006/relationships/notesMaster" Target="/ppt/notesMasters/notesMaster1.xml" Id="R49a073b0bcad42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939817f4ea49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a151e9fc0b4813" /><Relationship Type="http://schemas.openxmlformats.org/officeDocument/2006/relationships/slideLayout" Target="/ppt/slideLayouts/slideLayout1.xml" Id="Ra8c566757f4744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c566757f4744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444473ea2849d1" /><Relationship Type="http://schemas.openxmlformats.org/officeDocument/2006/relationships/hyperlink" Target="https://github.com/toughdave/job-search" TargetMode="External" Id="R9e2a4fe41fc14917" /><Relationship Type="http://schemas.openxmlformats.org/officeDocument/2006/relationships/notesSlide" Target="/ppt/notesSlides/notesSlide1.xml" Id="Rc62e3e97dfa248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bd3eb30e54b10" /><Relationship Type="http://schemas.openxmlformats.org/officeDocument/2006/relationships/hyperlink" Target="https://learn.chatgpt.com/docs/app" TargetMode="External" Id="Rd1f2fdde84ce41f4" /><Relationship Type="http://schemas.openxmlformats.org/officeDocument/2006/relationships/hyperlink" Target="https://learn.chatgpt.com/docs/windows/windows-app#download-the-chatgpt-desktop-app" TargetMode="External" Id="R5624178ab78f43b9" /><Relationship Type="http://schemas.openxmlformats.org/officeDocument/2006/relationships/hyperlink" Target="https://claude.com/download" TargetMode="External" Id="R8b228d2de2a24033" /><Relationship Type="http://schemas.openxmlformats.org/officeDocument/2006/relationships/hyperlink" Target="https://code.claude.com/docs/en/desktop-quickstart" TargetMode="External" Id="R10ae087796db4560" /><Relationship Type="http://schemas.openxmlformats.org/officeDocument/2006/relationships/notesSlide" Target="/ppt/notesSlides/notesSlide2.xml" Id="R6a392423159543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43a576b9f4341" /><Relationship Type="http://schemas.openxmlformats.org/officeDocument/2006/relationships/image" Target="/ppt/media/image.png" Id="R08355b9e8c104107" /><Relationship Type="http://schemas.openxmlformats.org/officeDocument/2006/relationships/notesSlide" Target="/ppt/notesSlides/notesSlide3.xml" Id="R80a03f85dafb41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836933b6c4e51" /><Relationship Type="http://schemas.openxmlformats.org/officeDocument/2006/relationships/image" Target="/ppt/media/image2.png" Id="R0d0dd6e0a14a4e84" /><Relationship Type="http://schemas.openxmlformats.org/officeDocument/2006/relationships/notesSlide" Target="/ppt/notesSlides/notesSlide4.xml" Id="R34582e7b619b4b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1496f056945b7" /><Relationship Type="http://schemas.openxmlformats.org/officeDocument/2006/relationships/image" Target="/ppt/media/image3.png" Id="Re72c652631e9468f" /><Relationship Type="http://schemas.openxmlformats.org/officeDocument/2006/relationships/notesSlide" Target="/ppt/notesSlides/notesSlide5.xml" Id="R02d543e4470846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bb0f10eb14f41" /><Relationship Type="http://schemas.openxmlformats.org/officeDocument/2006/relationships/image" Target="/ppt/media/image4.png" Id="R46b5359a9bbd4fd3" /><Relationship Type="http://schemas.openxmlformats.org/officeDocument/2006/relationships/notesSlide" Target="/ppt/notesSlides/notesSlide6.xml" Id="R35f8c5bda6b84d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cae1c0b2a4f29" /><Relationship Type="http://schemas.openxmlformats.org/officeDocument/2006/relationships/notesSlide" Target="/ppt/notesSlides/notesSlide7.xml" Id="R4f69e41d4c6044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6784fb5d440e4" /><Relationship Type="http://schemas.openxmlformats.org/officeDocument/2006/relationships/hyperlink" Target="https://github.com/toughdave/job-search#3-copy-the-start-message-then-press-send" TargetMode="External" Id="Rb873a99858bf4cc8" /><Relationship Type="http://schemas.openxmlformats.org/officeDocument/2006/relationships/notesSlide" Target="/ppt/notesSlides/notesSlide8.xml" Id="Rec2f9a60d6d948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18fa77d29425a" /><Relationship Type="http://schemas.openxmlformats.org/officeDocument/2006/relationships/notesSlide" Target="/ppt/notesSlides/notesSlide9.xml" Id="R8c1ca7ac38ef44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ff8c076774a8c" /><Relationship Type="http://schemas.openxmlformats.org/officeDocument/2006/relationships/notesSlide" Target="/ppt/notesSlides/notesSlide10.xml" Id="R97f2ae1aa96b46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67f6c060e4ab3" /><Relationship Type="http://schemas.openxmlformats.org/officeDocument/2006/relationships/notesSlide" Target="/ppt/notesSlides/notesSlide11.xml" Id="Ra4006d66ff2749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44de2340a4541" /><Relationship Type="http://schemas.openxmlformats.org/officeDocument/2006/relationships/hyperlink" Target="https://github.com/toughdave/job-search#your-weekday-morning-search" TargetMode="External" Id="Rb802430e98674ee2" /><Relationship Type="http://schemas.openxmlformats.org/officeDocument/2006/relationships/notesSlide" Target="/ppt/notesSlides/notesSlide12.xml" Id="R4482171e5ed541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c30e252874828" /><Relationship Type="http://schemas.openxmlformats.org/officeDocument/2006/relationships/notesSlide" Target="/ppt/notesSlides/notesSlide13.xml" Id="Rcb9c3cdcf0634a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80cefb3734c21" /><Relationship Type="http://schemas.openxmlformats.org/officeDocument/2006/relationships/notesSlide" Target="/ppt/notesSlides/notesSlide14.xml" Id="Ra476f9d0598a4c6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ed541d28d4740" /><Relationship Type="http://schemas.openxmlformats.org/officeDocument/2006/relationships/notesSlide" Target="/ppt/notesSlides/notesSlide15.xml" Id="Rfa443633e4d043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7d65a25684bf1" /><Relationship Type="http://schemas.openxmlformats.org/officeDocument/2006/relationships/notesSlide" Target="/ppt/notesSlides/notesSlide16.xml" Id="Ra429320192cc4a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e3097901f426f" /><Relationship Type="http://schemas.openxmlformats.org/officeDocument/2006/relationships/hyperlink" Target="https://github.com/toughdave/job-search" TargetMode="External" Id="R76e37349315f492c" /><Relationship Type="http://schemas.openxmlformats.org/officeDocument/2006/relationships/notesSlide" Target="/ppt/notesSlides/notesSlide17.xml" Id="R12536256e89944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e2a4fe41fc14917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1f2fdde84ce41f4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624178ab78f43b9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b228d2de2a24033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10ae087796db4560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55b9e8c104107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dd6e0a14a4e84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2c652631e9468f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5359a9bbd4fd3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873a99858bf4cc8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802430e98674ee2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skill is missing, start a new session in this project, then try again.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project. A new conversation is fine.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76e37349315f492c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2026-09-13T01:50:06.0860000Z</dcterms:created>
  <dcterms:modified xsi:type="dcterms:W3CDTF">2026-09-13T01:50:06.0860000Z</dcterms:modified>
</coreProperties>
</file>