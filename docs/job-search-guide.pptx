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6a63d5565a4fab" /><Relationship Type="http://schemas.openxmlformats.org/officeDocument/2006/relationships/extended-properties" Target="/docProps/app.xml" Id="R26ae39953fb242b8" /><Relationship Type="http://schemas.openxmlformats.org/officeDocument/2006/relationships/officeDocument" Target="/ppt/presentation.xml" Id="Ree199a94947941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bff3a307ab4107"/>
  </p:sldMasterIdLst>
  <p:notesMasterIdLst>
    <p:notesMasterId xmlns:r="http://schemas.openxmlformats.org/officeDocument/2006/relationships" r:id="R4bf09b07081b4fe0"/>
  </p:notesMasterIdLst>
  <p:sldIdLst>
    <p:sldId xmlns:r="http://schemas.openxmlformats.org/officeDocument/2006/relationships" id="256" r:id="Re14bd334d4454f29"/>
    <p:sldId xmlns:r="http://schemas.openxmlformats.org/officeDocument/2006/relationships" id="257" r:id="R49e51aa84f464766"/>
    <p:sldId xmlns:r="http://schemas.openxmlformats.org/officeDocument/2006/relationships" id="258" r:id="R37219602f1c04cc0"/>
    <p:sldId xmlns:r="http://schemas.openxmlformats.org/officeDocument/2006/relationships" id="259" r:id="R9652a2b1610f4e3f"/>
    <p:sldId xmlns:r="http://schemas.openxmlformats.org/officeDocument/2006/relationships" id="260" r:id="Rf7a22a87e2ff4594"/>
    <p:sldId xmlns:r="http://schemas.openxmlformats.org/officeDocument/2006/relationships" id="261" r:id="Rd18811ad23224291"/>
    <p:sldId xmlns:r="http://schemas.openxmlformats.org/officeDocument/2006/relationships" id="262" r:id="Rdd1786d93e04464d"/>
    <p:sldId xmlns:r="http://schemas.openxmlformats.org/officeDocument/2006/relationships" id="263" r:id="R2dfffb3172734a46"/>
    <p:sldId xmlns:r="http://schemas.openxmlformats.org/officeDocument/2006/relationships" id="264" r:id="R1537002b9bdc4ebf"/>
    <p:sldId xmlns:r="http://schemas.openxmlformats.org/officeDocument/2006/relationships" id="265" r:id="R7e483fbd1d114a37"/>
    <p:sldId xmlns:r="http://schemas.openxmlformats.org/officeDocument/2006/relationships" id="266" r:id="R5f279a5cc4fa4c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84b46d28a74c4f" /><Relationship Type="http://schemas.openxmlformats.org/officeDocument/2006/relationships/slideMaster" Target="/ppt/slideMasters/slideMaster1.xml" Id="R8abff3a307ab4107" /><Relationship Type="http://schemas.openxmlformats.org/officeDocument/2006/relationships/notesMaster" Target="/ppt/notesMasters/notesMaster1.xml" Id="R4bf09b07081b4fe0" /><Relationship Type="http://schemas.openxmlformats.org/officeDocument/2006/relationships/presProps" Target="/ppt/presProps.xml" Id="R60a10ba55594462a" /><Relationship Type="http://schemas.openxmlformats.org/officeDocument/2006/relationships/tableStyles" Target="/ppt/tableStyles.xml" Id="R1a68bd0be82a4c2a" /><Relationship Type="http://schemas.openxmlformats.org/officeDocument/2006/relationships/slide" Target="/ppt/slides/slide1.xml" Id="Re14bd334d4454f29" /><Relationship Type="http://schemas.openxmlformats.org/officeDocument/2006/relationships/slide" Target="/ppt/slides/slide2.xml" Id="R49e51aa84f464766" /><Relationship Type="http://schemas.openxmlformats.org/officeDocument/2006/relationships/slide" Target="/ppt/slides/slide3.xml" Id="R37219602f1c04cc0" /><Relationship Type="http://schemas.openxmlformats.org/officeDocument/2006/relationships/slide" Target="/ppt/slides/slide4.xml" Id="R9652a2b1610f4e3f" /><Relationship Type="http://schemas.openxmlformats.org/officeDocument/2006/relationships/slide" Target="/ppt/slides/slide5.xml" Id="Rf7a22a87e2ff4594" /><Relationship Type="http://schemas.openxmlformats.org/officeDocument/2006/relationships/slide" Target="/ppt/slides/slide6.xml" Id="Rd18811ad23224291" /><Relationship Type="http://schemas.openxmlformats.org/officeDocument/2006/relationships/slide" Target="/ppt/slides/slide7.xml" Id="Rdd1786d93e04464d" /><Relationship Type="http://schemas.openxmlformats.org/officeDocument/2006/relationships/slide" Target="/ppt/slides/slide8.xml" Id="R2dfffb3172734a46" /><Relationship Type="http://schemas.openxmlformats.org/officeDocument/2006/relationships/slide" Target="/ppt/slides/slide9.xml" Id="R1537002b9bdc4ebf" /><Relationship Type="http://schemas.openxmlformats.org/officeDocument/2006/relationships/slide" Target="/ppt/slides/slide10.xml" Id="R7e483fbd1d114a37" /><Relationship Type="http://schemas.openxmlformats.org/officeDocument/2006/relationships/slide" Target="/ppt/slides/slide11.xml" Id="R5f279a5cc4fa4c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0d7ecfacf94e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b732e44b624d75" /><Relationship Type="http://schemas.openxmlformats.org/officeDocument/2006/relationships/notesMaster" Target="/ppt/notesMasters/notesMaster1.xml" Id="Rb39ffc56b5ae40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8f96c8ce234323" /><Relationship Type="http://schemas.openxmlformats.org/officeDocument/2006/relationships/notesMaster" Target="/ppt/notesMasters/notesMaster1.xml" Id="R2bd840974b8d41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647767236a4f41" /><Relationship Type="http://schemas.openxmlformats.org/officeDocument/2006/relationships/notesMaster" Target="/ppt/notesMasters/notesMaster1.xml" Id="Rfea9ad8de94b4f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e39c92bcdd4f8b" /><Relationship Type="http://schemas.openxmlformats.org/officeDocument/2006/relationships/notesMaster" Target="/ppt/notesMasters/notesMaster1.xml" Id="Rff69efb8f6ea4b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0bd3ec10394dec" /><Relationship Type="http://schemas.openxmlformats.org/officeDocument/2006/relationships/notesMaster" Target="/ppt/notesMasters/notesMaster1.xml" Id="R6e480edd54854c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a572cc48024cd2" /><Relationship Type="http://schemas.openxmlformats.org/officeDocument/2006/relationships/notesMaster" Target="/ppt/notesMasters/notesMaster1.xml" Id="Rf23bc7a2922c4c8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bf5b7bc7cd4318" /><Relationship Type="http://schemas.openxmlformats.org/officeDocument/2006/relationships/notesMaster" Target="/ppt/notesMasters/notesMaster1.xml" Id="R90fb67ac25e948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9f1423deae43c1" /><Relationship Type="http://schemas.openxmlformats.org/officeDocument/2006/relationships/notesMaster" Target="/ppt/notesMasters/notesMaster1.xml" Id="R392be9cb69314b4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dfcfbf23b548a7" /><Relationship Type="http://schemas.openxmlformats.org/officeDocument/2006/relationships/notesMaster" Target="/ppt/notesMasters/notesMaster1.xml" Id="Rc3abfc0b90be4ce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8ebe023c894716" /><Relationship Type="http://schemas.openxmlformats.org/officeDocument/2006/relationships/notesMaster" Target="/ppt/notesMasters/notesMaster1.xml" Id="R56a17f4d059842b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11ccd9fe41d4acc" /><Relationship Type="http://schemas.openxmlformats.org/officeDocument/2006/relationships/notesMaster" Target="/ppt/notesMasters/notesMaster1.xml" Id="R70809a740c8045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here: https://github.com/toughdave/job-search</a:t>
            </a:r>
          </a:p>
          <a:p xmlns:a="http://schemas.openxmlformats.org/drawingml/2006/main">
            <a:r>
              <a:t>A guide to skill version 1.1.0, checked 12 September 2026. The AI needs local file access and the candidate’s real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download and setup sources: https://learn.chatgpt.com/docs/app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https://claude.com/download</a:t>
            </a:r>
          </a:p>
          <a:p xmlns:a="http://schemas.openxmlformats.org/drawingml/2006/main">
            <a:r>
              <a:t>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docs/images/codex-choose-project.png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docs/images/codex-create-project.png</a:t>
            </a:r>
          </a:p>
          <a:p xmlns:a="http://schemas.openxmlformats.org/drawingml/2006/main">
            <a:r>
              <a:t>Claude setup: 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https://learn.chatgpt.com/docs/agent-approvals-security</a:t>
            </a:r>
          </a:p>
          <a:p xmlns:a="http://schemas.openxmlformats.org/drawingml/2006/main">
            <a:r>
              <a:t>https://code.claude.com/docs/en/desktop#choose-a-permission-mode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38c7610b3542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f52bb0e6544861" /><Relationship Type="http://schemas.openxmlformats.org/officeDocument/2006/relationships/slideLayout" Target="/ppt/slideLayouts/slideLayout1.xml" Id="Re869708f10504d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69708f10504d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e0682607c47b0" /><Relationship Type="http://schemas.openxmlformats.org/officeDocument/2006/relationships/hyperlink" Target="https://github.com/toughdave/job-search" TargetMode="External" Id="Reb075f18be1c4c3b" /><Relationship Type="http://schemas.openxmlformats.org/officeDocument/2006/relationships/notesSlide" Target="/ppt/notesSlides/notesSlide1.xml" Id="R28175648940949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d7cf11a294e6a" /><Relationship Type="http://schemas.openxmlformats.org/officeDocument/2006/relationships/hyperlink" Target="https://learn.chatgpt.com/docs/app" TargetMode="External" Id="R4e0778f8642245b0" /><Relationship Type="http://schemas.openxmlformats.org/officeDocument/2006/relationships/hyperlink" Target="https://learn.chatgpt.com/docs/windows/windows-app#download-the-chatgpt-desktop-app" TargetMode="External" Id="Rd1ab779e784d4f87" /><Relationship Type="http://schemas.openxmlformats.org/officeDocument/2006/relationships/hyperlink" Target="https://claude.com/download" TargetMode="External" Id="R69c87b25904e4d3e" /><Relationship Type="http://schemas.openxmlformats.org/officeDocument/2006/relationships/hyperlink" Target="https://code.claude.com/docs/en/desktop-quickstart" TargetMode="External" Id="Rf05706d981bc4dd7" /><Relationship Type="http://schemas.openxmlformats.org/officeDocument/2006/relationships/notesSlide" Target="/ppt/notesSlides/notesSlide2.xml" Id="R8a0741d2f3b945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ddd4484780403a" /><Relationship Type="http://schemas.openxmlformats.org/officeDocument/2006/relationships/image" Target="/ppt/media/image.png" Id="Ra3b7bba075514ebb" /><Relationship Type="http://schemas.openxmlformats.org/officeDocument/2006/relationships/notesSlide" Target="/ppt/notesSlides/notesSlide3.xml" Id="R969f7759e8774d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def7f74c84c1b" /><Relationship Type="http://schemas.openxmlformats.org/officeDocument/2006/relationships/image" Target="/ppt/media/image2.png" Id="R6f9b6251e2dd422a" /><Relationship Type="http://schemas.openxmlformats.org/officeDocument/2006/relationships/notesSlide" Target="/ppt/notesSlides/notesSlide4.xml" Id="R6c0c5290940c47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04c634725442fe" /><Relationship Type="http://schemas.openxmlformats.org/officeDocument/2006/relationships/notesSlide" Target="/ppt/notesSlides/notesSlide5.xml" Id="Raa0bac6461674c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c386dfd5f4423" /><Relationship Type="http://schemas.openxmlformats.org/officeDocument/2006/relationships/notesSlide" Target="/ppt/notesSlides/notesSlide6.xml" Id="Ra0d78acbff6a47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86040d283449bf" /><Relationship Type="http://schemas.openxmlformats.org/officeDocument/2006/relationships/hyperlink" Target="https://github.com/toughdave/job-search#3-copy-the-start-message-then-press-send" TargetMode="External" Id="R85acd25721cb4537" /><Relationship Type="http://schemas.openxmlformats.org/officeDocument/2006/relationships/notesSlide" Target="/ppt/notesSlides/notesSlide7.xml" Id="R814cc1686e6742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3b38407fc6413e" /><Relationship Type="http://schemas.openxmlformats.org/officeDocument/2006/relationships/notesSlide" Target="/ppt/notesSlides/notesSlide8.xml" Id="Ra702a5289c034d6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bdee8f3214921" /><Relationship Type="http://schemas.openxmlformats.org/officeDocument/2006/relationships/notesSlide" Target="/ppt/notesSlides/notesSlide9.xml" Id="R47c90b4537d543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6b839eb92420b" /><Relationship Type="http://schemas.openxmlformats.org/officeDocument/2006/relationships/notesSlide" Target="/ppt/notesSlides/notesSlide10.xml" Id="R36fc8a6d4444463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b15167bdc4e7d" /><Relationship Type="http://schemas.openxmlformats.org/officeDocument/2006/relationships/hyperlink" Target="https://github.com/toughdave/job-search" TargetMode="External" Id="R6d36eb2197ee446e" /><Relationship Type="http://schemas.openxmlformats.org/officeDocument/2006/relationships/notesSlide" Target="/ppt/notesSlides/notesSlide11.xml" Id="R78d02a8caf274a9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19532-29B0-4839-8B7F-F148766E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Job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A2F7F2-1996-43F2-8CC6-460EC947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short guide for Codex and Claude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5B07C8-1E03-4BC6-884D-A77B0F81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helps organize the search.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review the facts and documents.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C76A22-07E6-4D6D-8429-FA1E6ABC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eb075f18be1c4c3b"/>
              </a:rPr>
              <a:t>Open the GitHub guide</a:t>
            </a:r>
          </a:p>
        </p:txBody>
      </p:sp>
    </p:spTree>
    <p:extLst>
      <p:ext uri="{BB962C8B-B14F-4D97-AF65-F5344CB8AC3E}">
        <p14:creationId xmlns:p14="http://schemas.microsoft.com/office/powerpoint/2010/main" val="18990134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FB9130-595F-4C39-AF98-51393385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Before you begin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84FE87-EC6E-47B7-98A7-59310241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62687B-DBD5-4CE4-8A5B-D7811057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one desktop app and sign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E5F66A-5392-4830-ACAB-1111CE6F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C497BC-DFC7-4E80-AC4D-7B248540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the ChatGPT desktop app,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choose Codex inside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71E9AE-E74C-40F7-B004-1B9B2971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4e0778f8642245b0"/>
              </a:rPr>
              <a:t>Mac download page (Apple Silicon)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1E3D82-E55F-4445-950C-834F4FBA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d1ab779e784d4f87"/>
              </a:rPr>
              <a:t>Windows download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0ADBD1-6D98-4F4D-A316-F03418CE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525ED-181C-4620-87DE-7DAF2787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Claude, then open Code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select Local.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88C4F4-A55A-417C-AAFF-B732C066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2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69c87b25904e4d3e"/>
              </a:rPr>
              <a:t>Mac or Windows 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AB19A-5BA2-4DBB-B088-BE5F0F97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519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f05706d981bc4dd7"/>
              </a:rPr>
              <a:t>Claude Code setup and account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069E8F-1425-49F4-B3E2-0A52ADF0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installed? Continue to your project. Labels and availability can vary by version.</a:t>
            </a:r>
          </a:p>
        </p:txBody>
      </p:sp>
    </p:spTree>
    <p:extLst>
      <p:ext uri="{BB962C8B-B14F-4D97-AF65-F5344CB8AC3E}">
        <p14:creationId xmlns:p14="http://schemas.microsoft.com/office/powerpoint/2010/main" val="1974219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E55AE0-5BD9-444C-A9A5-1A7815DC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Your local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5B50EE-2174-4163-8FD9-0DD486EC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5C624A-DE43-459C-B9DB-64D9807F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Codex, click Choose project above the message box.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7bba075514ebb"/>
          <a:stretch xmlns:a="http://schemas.openxmlformats.org/drawingml/2006/main"/>
        </p:blipFill>
        <p:spPr>
          <a:xfrm xmlns:a="http://schemas.openxmlformats.org/drawingml/2006/main">
            <a:off x="611476" y="2505075"/>
            <a:ext cx="10969048" cy="2543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A8BAC5-A1A9-480F-988B-87B6ECA8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an existing job-search project, or create a new one.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dedicated folder such as My Job Search.</a:t>
            </a:r>
          </a:p>
        </p:txBody>
      </p:sp>
    </p:spTree>
    <p:extLst>
      <p:ext uri="{BB962C8B-B14F-4D97-AF65-F5344CB8AC3E}">
        <p14:creationId xmlns:p14="http://schemas.microsoft.com/office/powerpoint/2010/main" val="19666754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452177-8B33-46D6-A578-86E9BF24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A folder for your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C45C8-C52D-40E4-A8C0-BC5C2AB8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2DB070-5E23-4FED-B992-91F68C8F8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 Create project: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5ED9CA-4F6A-48C0-8B7E-9F8CB761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24375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Enter My Job Search.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Under Source folders, click Add.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your folder, then click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C1DED9-BB93-4218-9558-ECBFFCB5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524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Need a new folder?</a:t>
            </a:r>
          </a:p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it in Documents using</a:t>
            </a:r>
          </a:p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File Explorer or Finder first.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b6251e2dd422a"/>
          <a:stretch xmlns:a="http://schemas.openxmlformats.org/drawingml/2006/main"/>
        </p:blipFill>
        <p:spPr>
          <a:xfrm xmlns:a="http://schemas.openxmlformats.org/drawingml/2006/main">
            <a:off x="5430273" y="1524000"/>
            <a:ext cx="6151104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79298D-E812-4005-BF01-92118CA8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86425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Claude Code: Local, then Select folder.</a:t>
            </a:r>
          </a:p>
        </p:txBody>
      </p:sp>
    </p:spTree>
    <p:extLst>
      <p:ext uri="{BB962C8B-B14F-4D97-AF65-F5344CB8AC3E}">
        <p14:creationId xmlns:p14="http://schemas.microsoft.com/office/powerpoint/2010/main" val="216570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C606F3-3C15-453A-9E11-82ECEFB2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Permission to save files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70C8B4-9683-4370-BDDA-A3C929A6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5FBECC-E545-4356-8C97-129CDA1F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E9AB51-C31E-4871-9BCE-C0B417F9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4905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project read/write access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with approvals when needed.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9D6C21-56D9-484C-92AC-52527897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490537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permission selector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near the message box. Approve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installation or extra folder access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when requested.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ADC9D-31D5-4223-9BB7-15F5B1A0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09725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1AF5BD-1D20-48E0-B69E-EDE9E7DC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57425"/>
            <a:ext cx="51911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Accept edits.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Manual works with your approvals.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33F1E0-2263-4A5D-BFF1-CAAA21A8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3377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Leave Plan mode to install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save files. Some commands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can still need approval.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384D1-6718-4EF0-BE97-6A218C4C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06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Full access and Bypass permissions are optional broader modes. The skill does not require them.</a:t>
            </a:r>
          </a:p>
        </p:txBody>
      </p:sp>
    </p:spTree>
    <p:extLst>
      <p:ext uri="{BB962C8B-B14F-4D97-AF65-F5344CB8AC3E}">
        <p14:creationId xmlns:p14="http://schemas.microsoft.com/office/powerpoint/2010/main" val="9519645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13A12F-D5E8-41D3-8AEA-AEF86E7B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2. Your resume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FBF8FA-4B3D-4D44-9473-179439BA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B4390B-F361-4183-B46F-10250FE1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have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F14A33-2372-46EA-96C6-6CD91672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Attach your PDF or Word file before sending the first message.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attachments are unavailable, paste its full file location.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91C6DC-2AE7-4E5B-851E-5689106C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do not have 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740E82-93B4-4F2A-BDE5-D647D41F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Add: “I do not have a resume yet. Help me build one.”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CB7B28-C012-4E8C-BDB7-126F2A73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The AI checks that it can read the file. It can also build a resume from your real experience.</a:t>
            </a:r>
          </a:p>
        </p:txBody>
      </p:sp>
    </p:spTree>
    <p:extLst>
      <p:ext uri="{BB962C8B-B14F-4D97-AF65-F5344CB8AC3E}">
        <p14:creationId xmlns:p14="http://schemas.microsoft.com/office/powerpoint/2010/main" val="20079558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D4058B-70C0-4A8F-8EF4-6D79B2C5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3. Your first message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90260A-DEC2-493C-BAFD-FEB4E258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C7DCBA-A946-4B37-B111-D39C3915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Copy both lines into the same message box as your resume: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AF967D-D433-4D6D-9974-10BD7B06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Install https://github.com/toughdave/job-search for this project.</a:t>
            </a:r>
          </a:p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Then use job-search to start my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BE467C-67C0-4B07-BAAE-DCF97A7C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858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your resume location or no-resume sentence if needed.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Press Send once. Follow any installation approval or restart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B017E7-9F49-4796-A175-4872A6A3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85acd25721cb4537"/>
              </a:rPr>
              <a:t>Copy from the README</a:t>
            </a:r>
          </a:p>
        </p:txBody>
      </p:sp>
    </p:spTree>
    <p:extLst>
      <p:ext uri="{BB962C8B-B14F-4D97-AF65-F5344CB8AC3E}">
        <p14:creationId xmlns:p14="http://schemas.microsoft.com/office/powerpoint/2010/main" val="2972302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2B179E-A2A9-43AD-A4B6-BA99FD0A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4. A short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8FC455-9749-42AE-B2A9-43F22C0D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80483F-2E35-4512-B174-5274DBF2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asks one question, waits, and saves your answer.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85302-EC03-4128-B0AA-E46A3DDB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Example question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A40CD-5200-4BD1-9BB3-74109897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“Tell me about a time you solved a problem</a:t>
            </a:r>
          </a:p>
          <a:p xmlns:a="http://schemas.openxmlformats.org/drawingml/2006/main">
            <a:pPr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that matters for the work you want to do.”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8E6B72-0927-4EB0-8E9A-524BA19B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Explain what you did and what happened. Honest qualitative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results are useful. The AI asks only for missing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83CEE-C602-4D14-A7DF-B32B3A11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You can pause, correct an answer, or decline the optional LinkedIn review.</a:t>
            </a:r>
          </a:p>
        </p:txBody>
      </p:sp>
    </p:spTree>
    <p:extLst>
      <p:ext uri="{BB962C8B-B14F-4D97-AF65-F5344CB8AC3E}">
        <p14:creationId xmlns:p14="http://schemas.microsoft.com/office/powerpoint/2010/main" val="8569010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0AEEF-27DC-4C91-82BF-49AEDBA5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5. Your first draft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60427C-1EEF-49D8-9C37-EB322AF1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4E4298-A4DA-4627-9037-E63C674F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20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When enough is known, the AI prepares useful documents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keeps your search records in a separate private location.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4B678-04D7-422A-BCD6-F1C95B70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Open the files and check your experience, dates and contact details.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Give corrections in the conversation.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9988CD-FEFC-4E0B-A93B-7679B947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“That role was volunteering. Please correct it.”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02A24D-3817-4FBB-A0B9-9070C4B8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Review the employer and final documents before authorizing a submission.</a:t>
            </a:r>
          </a:p>
        </p:txBody>
      </p:sp>
    </p:spTree>
    <p:extLst>
      <p:ext uri="{BB962C8B-B14F-4D97-AF65-F5344CB8AC3E}">
        <p14:creationId xmlns:p14="http://schemas.microsoft.com/office/powerpoint/2010/main" val="9544794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854FFD-3035-425D-84AA-67160B02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6. Next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6F0254-D682-4F8A-A85A-C78190CD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42B9E-46D0-4D42-AC16-F2A23169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204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Reopen the same local project and conversation. Send: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FDEA8-C7B2-4C49-B9F9-267C43E7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my job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DF58E3-798E-46C7-A714-7DCBC98D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usually do not reinstall or attach the same resume again.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Supply an updated resume when it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832477-93A7-49D6-BF33-F509C862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For an independent occupation search, use a new project with separate records.</a:t>
            </a:r>
          </a:p>
        </p:txBody>
      </p:sp>
    </p:spTree>
    <p:extLst>
      <p:ext uri="{BB962C8B-B14F-4D97-AF65-F5344CB8AC3E}">
        <p14:creationId xmlns:p14="http://schemas.microsoft.com/office/powerpoint/2010/main" val="2801436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EA3E9-D9EF-430A-A385-B9685B3B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something stops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02FF1B-B4C7-4FF8-9DD8-E925AED7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B87F66-5696-4A81-AD15-EB70DBFF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Skill missing?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0DB53-B196-42DD-9A0A-711C7AF2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“Check whether job-search is installed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this project and help me load it.”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A27C38-637E-4B27-B0DD-061F7316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Cannot save?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7BFEF7-4ABA-4044-87AE-15C0096C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66925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selected folder and file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permissions. Approve the specific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access request if you want it to proceed.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26BC4-CE15-4DA5-9405-4BB553F2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New chat cannot find your records?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1EBACE-1F3C-4586-8C37-F8140653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Provide the private records location the AI gave you. Say: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“Resume my existing search here; do not start over.”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1F4743-32BC-429B-8F37-B6056677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6d36eb2197ee446e"/>
              </a:rPr>
              <a:t>Full guide, downloads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18979276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2026-09-12T18:59:16.0820000Z</dcterms:created>
  <dcterms:modified xsi:type="dcterms:W3CDTF">2026-09-12T18:59:16.0820000Z</dcterms:modified>
</coreProperties>
</file>