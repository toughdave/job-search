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ca92a120049440b" /><Relationship Type="http://schemas.openxmlformats.org/officeDocument/2006/relationships/extended-properties" Target="/docProps/app.xml" Id="R23dcf3719e1f4cd8" /><Relationship Type="http://schemas.openxmlformats.org/officeDocument/2006/relationships/officeDocument" Target="/ppt/presentation.xml" Id="R703889c1ccf048d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65a6eec03514210"/>
  </p:sldMasterIdLst>
  <p:notesMasterIdLst>
    <p:notesMasterId xmlns:r="http://schemas.openxmlformats.org/officeDocument/2006/relationships" r:id="Ra61bfc18dd914cfe"/>
  </p:notesMasterIdLst>
  <p:sldIdLst>
    <p:sldId xmlns:r="http://schemas.openxmlformats.org/officeDocument/2006/relationships" id="256" r:id="R727dd319fcb542b2"/>
    <p:sldId xmlns:r="http://schemas.openxmlformats.org/officeDocument/2006/relationships" id="257" r:id="R6abf12f0ddf344b4"/>
    <p:sldId xmlns:r="http://schemas.openxmlformats.org/officeDocument/2006/relationships" id="258" r:id="R4e89b96a341c4b17"/>
    <p:sldId xmlns:r="http://schemas.openxmlformats.org/officeDocument/2006/relationships" id="259" r:id="R524cf52cd667414f"/>
    <p:sldId xmlns:r="http://schemas.openxmlformats.org/officeDocument/2006/relationships" id="260" r:id="R81f62b27a0c14717"/>
    <p:sldId xmlns:r="http://schemas.openxmlformats.org/officeDocument/2006/relationships" id="261" r:id="R5f733f8b74a040f0"/>
    <p:sldId xmlns:r="http://schemas.openxmlformats.org/officeDocument/2006/relationships" id="262" r:id="R92549cd958354bea"/>
    <p:sldId xmlns:r="http://schemas.openxmlformats.org/officeDocument/2006/relationships" id="263" r:id="R30074878f0584420"/>
    <p:sldId xmlns:r="http://schemas.openxmlformats.org/officeDocument/2006/relationships" id="264" r:id="Rc7d6d9909074422e"/>
    <p:sldId xmlns:r="http://schemas.openxmlformats.org/officeDocument/2006/relationships" id="265" r:id="R24c981202ea548fa"/>
    <p:sldId xmlns:r="http://schemas.openxmlformats.org/officeDocument/2006/relationships" id="266" r:id="R1570bbf787454d38"/>
    <p:sldId xmlns:r="http://schemas.openxmlformats.org/officeDocument/2006/relationships" id="267" r:id="R29a62af0b07b4005"/>
    <p:sldId xmlns:r="http://schemas.openxmlformats.org/officeDocument/2006/relationships" id="268" r:id="R31e50e159f744c73"/>
    <p:sldId xmlns:r="http://schemas.openxmlformats.org/officeDocument/2006/relationships" id="269" r:id="R0dbe1ddb34224ec2"/>
    <p:sldId xmlns:r="http://schemas.openxmlformats.org/officeDocument/2006/relationships" id="270" r:id="R1e8bafa47c05438a"/>
    <p:sldId xmlns:r="http://schemas.openxmlformats.org/officeDocument/2006/relationships" id="271" r:id="R3dc15b3bd73a4afe"/>
    <p:sldId xmlns:r="http://schemas.openxmlformats.org/officeDocument/2006/relationships" id="272" r:id="R979ba150f01e43e4"/>
    <p:sldId xmlns:r="http://schemas.openxmlformats.org/officeDocument/2006/relationships" id="273" r:id="R1f54c91177564bb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2df7c6396e64878" /><Relationship Type="http://schemas.openxmlformats.org/officeDocument/2006/relationships/slideMaster" Target="/ppt/slideMasters/slideMaster1.xml" Id="Re65a6eec03514210" /><Relationship Type="http://schemas.openxmlformats.org/officeDocument/2006/relationships/notesMaster" Target="/ppt/notesMasters/notesMaster1.xml" Id="Ra61bfc18dd914cfe" /><Relationship Type="http://schemas.openxmlformats.org/officeDocument/2006/relationships/presProps" Target="/ppt/presProps.xml" Id="Rca53ab5853db49c3" /><Relationship Type="http://schemas.openxmlformats.org/officeDocument/2006/relationships/tableStyles" Target="/ppt/tableStyles.xml" Id="R46178b678e624d0a" /><Relationship Type="http://schemas.openxmlformats.org/officeDocument/2006/relationships/slide" Target="/ppt/slides/slide1.xml" Id="R727dd319fcb542b2" /><Relationship Type="http://schemas.openxmlformats.org/officeDocument/2006/relationships/slide" Target="/ppt/slides/slide2.xml" Id="R6abf12f0ddf344b4" /><Relationship Type="http://schemas.openxmlformats.org/officeDocument/2006/relationships/slide" Target="/ppt/slides/slide3.xml" Id="R4e89b96a341c4b17" /><Relationship Type="http://schemas.openxmlformats.org/officeDocument/2006/relationships/slide" Target="/ppt/slides/slide4.xml" Id="R524cf52cd667414f" /><Relationship Type="http://schemas.openxmlformats.org/officeDocument/2006/relationships/slide" Target="/ppt/slides/slide5.xml" Id="R81f62b27a0c14717" /><Relationship Type="http://schemas.openxmlformats.org/officeDocument/2006/relationships/slide" Target="/ppt/slides/slide6.xml" Id="R5f733f8b74a040f0" /><Relationship Type="http://schemas.openxmlformats.org/officeDocument/2006/relationships/slide" Target="/ppt/slides/slide7.xml" Id="R92549cd958354bea" /><Relationship Type="http://schemas.openxmlformats.org/officeDocument/2006/relationships/slide" Target="/ppt/slides/slide8.xml" Id="R30074878f0584420" /><Relationship Type="http://schemas.openxmlformats.org/officeDocument/2006/relationships/slide" Target="/ppt/slides/slide9.xml" Id="Rc7d6d9909074422e" /><Relationship Type="http://schemas.openxmlformats.org/officeDocument/2006/relationships/slide" Target="/ppt/slides/slide10.xml" Id="R24c981202ea548fa" /><Relationship Type="http://schemas.openxmlformats.org/officeDocument/2006/relationships/slide" Target="/ppt/slides/slide11.xml" Id="R1570bbf787454d38" /><Relationship Type="http://schemas.openxmlformats.org/officeDocument/2006/relationships/slide" Target="/ppt/slides/slide12.xml" Id="R29a62af0b07b4005" /><Relationship Type="http://schemas.openxmlformats.org/officeDocument/2006/relationships/slide" Target="/ppt/slides/slide13.xml" Id="R31e50e159f744c73" /><Relationship Type="http://schemas.openxmlformats.org/officeDocument/2006/relationships/slide" Target="/ppt/slides/slide14.xml" Id="R0dbe1ddb34224ec2" /><Relationship Type="http://schemas.openxmlformats.org/officeDocument/2006/relationships/slide" Target="/ppt/slides/slide15.xml" Id="R1e8bafa47c05438a" /><Relationship Type="http://schemas.openxmlformats.org/officeDocument/2006/relationships/slide" Target="/ppt/slides/slide16.xml" Id="R3dc15b3bd73a4afe" /><Relationship Type="http://schemas.openxmlformats.org/officeDocument/2006/relationships/slide" Target="/ppt/slides/slide17.xml" Id="R979ba150f01e43e4" /><Relationship Type="http://schemas.openxmlformats.org/officeDocument/2006/relationships/slide" Target="/ppt/slides/slide18.xml" Id="R1f54c91177564bb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e138e78b7fb407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eade4539b1b4960" /><Relationship Type="http://schemas.openxmlformats.org/officeDocument/2006/relationships/notesMaster" Target="/ppt/notesMasters/notesMaster1.xml" Id="R42d8659d099f424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d80f8a933e2458a" /><Relationship Type="http://schemas.openxmlformats.org/officeDocument/2006/relationships/notesMaster" Target="/ppt/notesMasters/notesMaster1.xml" Id="Rbf007b7d28ba49d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9a3f33ec9df483b" /><Relationship Type="http://schemas.openxmlformats.org/officeDocument/2006/relationships/notesMaster" Target="/ppt/notesMasters/notesMaster1.xml" Id="R687ded38a964478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d5705fd23e04808" /><Relationship Type="http://schemas.openxmlformats.org/officeDocument/2006/relationships/notesMaster" Target="/ppt/notesMasters/notesMaster1.xml" Id="R81ccdb222e4b4b2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99d2b1923b14981" /><Relationship Type="http://schemas.openxmlformats.org/officeDocument/2006/relationships/notesMaster" Target="/ppt/notesMasters/notesMaster1.xml" Id="R08ed04d6ade9495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534e234df6c469d" /><Relationship Type="http://schemas.openxmlformats.org/officeDocument/2006/relationships/notesMaster" Target="/ppt/notesMasters/notesMaster1.xml" Id="Rf34d0157cf2f407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d877b44679c4064" /><Relationship Type="http://schemas.openxmlformats.org/officeDocument/2006/relationships/notesMaster" Target="/ppt/notesMasters/notesMaster1.xml" Id="Rd516733edf2241e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4ba9e3a7d97461e" /><Relationship Type="http://schemas.openxmlformats.org/officeDocument/2006/relationships/notesMaster" Target="/ppt/notesMasters/notesMaster1.xml" Id="Ra2da1610dc8a4f0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646f7105c784c70" /><Relationship Type="http://schemas.openxmlformats.org/officeDocument/2006/relationships/notesMaster" Target="/ppt/notesMasters/notesMaster1.xml" Id="Rb334275f77f3482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752db2034584acc" /><Relationship Type="http://schemas.openxmlformats.org/officeDocument/2006/relationships/notesMaster" Target="/ppt/notesMasters/notesMaster1.xml" Id="R44887e670bc94fe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d09d876ebbb4c86" /><Relationship Type="http://schemas.openxmlformats.org/officeDocument/2006/relationships/notesMaster" Target="/ppt/notesMasters/notesMaster1.xml" Id="R8154adb1fafd45e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57e019f7d674c60" /><Relationship Type="http://schemas.openxmlformats.org/officeDocument/2006/relationships/notesMaster" Target="/ppt/notesMasters/notesMaster1.xml" Id="R5295674e2b014bd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fb5e9e21a3448b0" /><Relationship Type="http://schemas.openxmlformats.org/officeDocument/2006/relationships/notesMaster" Target="/ppt/notesMasters/notesMaster1.xml" Id="R0ce27c3613b4442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d04503be42f4dce" /><Relationship Type="http://schemas.openxmlformats.org/officeDocument/2006/relationships/notesMaster" Target="/ppt/notesMasters/notesMaster1.xml" Id="Rbb4a0e57dc254c0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877a1b3b2c14a67" /><Relationship Type="http://schemas.openxmlformats.org/officeDocument/2006/relationships/notesMaster" Target="/ppt/notesMasters/notesMaster1.xml" Id="R615aa43fb8f6465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db7a7c7b41c4b0e" /><Relationship Type="http://schemas.openxmlformats.org/officeDocument/2006/relationships/notesMaster" Target="/ppt/notesMasters/notesMaster1.xml" Id="R2852fb43d48b4be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62ad8b052c34050" /><Relationship Type="http://schemas.openxmlformats.org/officeDocument/2006/relationships/notesMaster" Target="/ppt/notesMasters/notesMaster1.xml" Id="Rdab8537a24e9492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5e45111e53c4d94" /><Relationship Type="http://schemas.openxmlformats.org/officeDocument/2006/relationships/notesMaster" Target="/ppt/notesMasters/notesMaster1.xml" Id="Rde5667a325dd4c9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Start here: https://github.com/toughdave/job-search</a:t>
            </a:r>
          </a:p>
          <a:p xmlns:a="http://schemas.openxmlformats.org/drawingml/2006/main">
            <a:r>
              <a:t>A guide to skill version 1.4.0, checked 12 September 2026. The AI needs local file access and the candidate’s real answers.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Official download and setup sources: https://learn.chatgpt.com/docs/app</a:t>
            </a:r>
          </a:p>
          <a:p xmlns:a="http://schemas.openxmlformats.org/drawingml/2006/main">
            <a:r>
              <a:t>https://learn.chatgpt.com/docs/windows/windows-app#download-the-chatgpt-desktop-app</a:t>
            </a:r>
          </a:p>
          <a:p xmlns:a="http://schemas.openxmlformats.org/drawingml/2006/main">
            <a:r>
              <a:t>https://claude.com/download</a:t>
            </a:r>
          </a:p>
          <a:p xmlns:a="http://schemas.openxmlformats.org/drawingml/2006/main">
            <a:r>
              <a:t>https://code.claude.com/docs/en/desktop-quickstart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 supplied by the repository owner: docs/images/codex-choose-project.png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 supplied by the repository owner: docs/images/codex-create-project.png</a:t>
            </a:r>
          </a:p>
          <a:p xmlns:a="http://schemas.openxmlformats.org/drawingml/2006/main">
            <a:r>
              <a:t>Claude setup: https://code.claude.com/docs/en/desktop-quickstart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https://learn.chatgpt.com/docs/agent-approvals-security</a:t>
            </a:r>
          </a:p>
          <a:p xmlns:a="http://schemas.openxmlformats.org/drawingml/2006/main">
            <a:r>
              <a:t>Screenshot supplied by the repository owner: docs/images/codex-permissions.png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https://code.claude.com/docs/en/desktop#choose-a-permission-mode</a:t>
            </a:r>
          </a:p>
          <a:p xmlns:a="http://schemas.openxmlformats.org/drawingml/2006/main">
            <a:r>
              <a:t>Screenshot supplied by the repository owner: docs/images/claude-permissions.png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Optional app setup before the skill installation prompt. Connect the intended Gmail account through Codex Plugins or Claude Code Connectors; reuse a working connection. Google Calendar is optional for interview events. The skill still confirms project-specific read permission and account identity before inbox reads, and separate calendar selection/permission before event changes. Sources checked 14 September 2026: https://learn.chatgpt.com/docs/plugins ; https://code.claude.com/docs/en/desktop#connect-external-tools ; https://github.com/toughdave/job-search#f-optional-connect-gmail-before-the-first-message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https://github.com/toughdave/job-search/blob/main/docs/setup.md#prerequisites-and-dependencies. The AI prefers a maintained Python 3.12+ for new setup. Packages: python-docx, ReportLab, pypdf, pypdfium2 and tzdata. Download-and-copy does not require Node or Git. Cleanup requires a preview and candidate approval.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Scheduling sources: https://learn.chatgpt.com/docs/automations</a:t>
            </a:r>
          </a:p>
          <a:p xmlns:a="http://schemas.openxmlformats.org/drawingml/2006/main">
            <a:r>
              <a:t>https://code.claude.com/docs/en/desktop-scheduled-tasks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Scheduling sources: https://learn.chatgpt.com/docs/automations</a:t>
            </a:r>
          </a:p>
          <a:p xmlns:a="http://schemas.openxmlformats.org/drawingml/2006/main">
            <a:r>
              <a:t>https://code.claude.com/docs/en/desktop-scheduled-tasks</a:t>
            </a:r>
          </a:p>
          <a:p xmlns:a="http://schemas.openxmlformats.org/drawingml/2006/main">
            <a:r>
              <a:t>https://code.claude.com/docs/en/scheduled-tasks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https://github.com/toughdave/job-search/blob/main/skills/job-search/references/document-format.md. Employer count alone does not determine length. The AI records the exact approval and scope, checks employer instructions and current destination guidance, and inspects the actual exported pages.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https://github.com/toughdave/job-search/blob/main/skills/job-search/references/documents.md#quality-gate. Review the exact upload format before upload, including every page, and save its hash. Corrected files need a new review. The separately generated PDF does not prove DOCX pagination.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Official invocation sources: https://learn.chatgpt.com/docs/build-skills#how-chatgpt-and-codex-use-skills</a:t>
            </a:r>
          </a:p>
          <a:p xmlns:a="http://schemas.openxmlformats.org/drawingml/2006/main">
            <a:r>
              <a:t>https://code.claude.com/docs/en/skills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2f7d0ee4e1431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e8570a87d8f404d" /><Relationship Type="http://schemas.openxmlformats.org/officeDocument/2006/relationships/slideLayout" Target="/ppt/slideLayouts/slideLayout1.xml" Id="R59de4aefc55d473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9de4aefc55d473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6ce275150b4165" /><Relationship Type="http://schemas.openxmlformats.org/officeDocument/2006/relationships/hyperlink" Target="https://github.com/toughdave/job-search" TargetMode="External" Id="Re162ed4d3c764ce1" /><Relationship Type="http://schemas.openxmlformats.org/officeDocument/2006/relationships/notesSlide" Target="/ppt/notesSlides/notesSlide1.xml" Id="Rcb552604538b42a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034bcac92045a8" /><Relationship Type="http://schemas.openxmlformats.org/officeDocument/2006/relationships/hyperlink" Target="https://learn.chatgpt.com/docs/app" TargetMode="External" Id="Rcb85ead5ebb948fe" /><Relationship Type="http://schemas.openxmlformats.org/officeDocument/2006/relationships/hyperlink" Target="https://learn.chatgpt.com/docs/windows/windows-app#download-the-chatgpt-desktop-app" TargetMode="External" Id="R864dd0a8eadc40bf" /><Relationship Type="http://schemas.openxmlformats.org/officeDocument/2006/relationships/hyperlink" Target="https://claude.com/download" TargetMode="External" Id="R855f25fbe53a491c" /><Relationship Type="http://schemas.openxmlformats.org/officeDocument/2006/relationships/hyperlink" Target="https://code.claude.com/docs/en/desktop-quickstart" TargetMode="External" Id="R176b05cf142a4031" /><Relationship Type="http://schemas.openxmlformats.org/officeDocument/2006/relationships/notesSlide" Target="/ppt/notesSlides/notesSlide2.xml" Id="R8ed67e84cf4948f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96c395ed274f3f" /><Relationship Type="http://schemas.openxmlformats.org/officeDocument/2006/relationships/image" Target="/ppt/media/image.png" Id="Rb98bd4a76cbd4868" /><Relationship Type="http://schemas.openxmlformats.org/officeDocument/2006/relationships/notesSlide" Target="/ppt/notesSlides/notesSlide3.xml" Id="R8dc5a0f7971d401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849b9d49594ba6" /><Relationship Type="http://schemas.openxmlformats.org/officeDocument/2006/relationships/image" Target="/ppt/media/image2.png" Id="R5918c561e7e34f9f" /><Relationship Type="http://schemas.openxmlformats.org/officeDocument/2006/relationships/notesSlide" Target="/ppt/notesSlides/notesSlide4.xml" Id="R2f8820b172ad43d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2510a56bdc4cad" /><Relationship Type="http://schemas.openxmlformats.org/officeDocument/2006/relationships/image" Target="/ppt/media/image3.png" Id="Rbf890529fca54db4" /><Relationship Type="http://schemas.openxmlformats.org/officeDocument/2006/relationships/notesSlide" Target="/ppt/notesSlides/notesSlide5.xml" Id="R489e1a30f68846f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5a1fa7265748e9" /><Relationship Type="http://schemas.openxmlformats.org/officeDocument/2006/relationships/image" Target="/ppt/media/image4.png" Id="Rbde02e4cec8b45df" /><Relationship Type="http://schemas.openxmlformats.org/officeDocument/2006/relationships/notesSlide" Target="/ppt/notesSlides/notesSlide6.xml" Id="R1af7253e9af84e1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eef00ac65b479e" /><Relationship Type="http://schemas.openxmlformats.org/officeDocument/2006/relationships/hyperlink" Target="https://github.com/toughdave/job-search#f-optional-connect-gmail-before-the-first-message" TargetMode="External" Id="R56170f2476564c95" /><Relationship Type="http://schemas.openxmlformats.org/officeDocument/2006/relationships/notesSlide" Target="/ppt/notesSlides/notesSlide7.xml" Id="R252764d570934e2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2004f648aa4434" /><Relationship Type="http://schemas.openxmlformats.org/officeDocument/2006/relationships/notesSlide" Target="/ppt/notesSlides/notesSlide8.xml" Id="R602366e0a3544c1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7d5cd217f4496d" /><Relationship Type="http://schemas.openxmlformats.org/officeDocument/2006/relationships/hyperlink" Target="https://github.com/toughdave/job-search#3-copy-the-start-message-then-press-send" TargetMode="External" Id="R63c56d8c2c2d4768" /><Relationship Type="http://schemas.openxmlformats.org/officeDocument/2006/relationships/notesSlide" Target="/ppt/notesSlides/notesSlide9.xml" Id="Rce8c2a45e389400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5033526dd349c5" /><Relationship Type="http://schemas.openxmlformats.org/officeDocument/2006/relationships/notesSlide" Target="/ppt/notesSlides/notesSlide10.xml" Id="Ra15d84642f424b2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10beee81864cf3" /><Relationship Type="http://schemas.openxmlformats.org/officeDocument/2006/relationships/notesSlide" Target="/ppt/notesSlides/notesSlide11.xml" Id="R45280b33bf6349e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88b460a87b4dcb" /><Relationship Type="http://schemas.openxmlformats.org/officeDocument/2006/relationships/notesSlide" Target="/ppt/notesSlides/notesSlide12.xml" Id="Rbebf18782b964c3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e501c430614114" /><Relationship Type="http://schemas.openxmlformats.org/officeDocument/2006/relationships/hyperlink" Target="https://github.com/toughdave/job-search#your-weekday-morning-search" TargetMode="External" Id="Rec68d649ab3540a6" /><Relationship Type="http://schemas.openxmlformats.org/officeDocument/2006/relationships/notesSlide" Target="/ppt/notesSlides/notesSlide13.xml" Id="R558aa3a066a9400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7b1e674a9b4f5e" /><Relationship Type="http://schemas.openxmlformats.org/officeDocument/2006/relationships/notesSlide" Target="/ppt/notesSlides/notesSlide14.xml" Id="R02990b338f5f480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5f479bce274219" /><Relationship Type="http://schemas.openxmlformats.org/officeDocument/2006/relationships/notesSlide" Target="/ppt/notesSlides/notesSlide15.xml" Id="R1eecff1d1b04429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1805810e41444b" /><Relationship Type="http://schemas.openxmlformats.org/officeDocument/2006/relationships/notesSlide" Target="/ppt/notesSlides/notesSlide16.xml" Id="Rea2b74defc8c475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a11849ba2948aa" /><Relationship Type="http://schemas.openxmlformats.org/officeDocument/2006/relationships/notesSlide" Target="/ppt/notesSlides/notesSlide17.xml" Id="R04bc1d96bdfb4e6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f489fe370a4896" /><Relationship Type="http://schemas.openxmlformats.org/officeDocument/2006/relationships/hyperlink" Target="https://github.com/toughdave/job-search" TargetMode="External" Id="R916aca7707b14be6" /><Relationship Type="http://schemas.openxmlformats.org/officeDocument/2006/relationships/notesSlide" Target="/ppt/notesSlides/notesSlide18.xml" Id="R98007f816e8f446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404907-B2A8-4ADD-958B-AA50CE22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0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Job Search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4BD242-287D-46BC-B7C7-DF9216C86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 short guide for Codex and Claude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95FE4A-088C-466D-A72C-C7AD2ECE9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48100"/>
            <a:ext cx="1019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Your AI helps organize the search.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 review the facts and documents.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1CE51E-F9C1-43E1-BCF3-1EA6F06D6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62600"/>
            <a:ext cx="666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e162ed4d3c764ce1"/>
              </a:rPr>
              <a:t>Open the GitHub guide</a:t>
            </a:r>
          </a:p>
        </p:txBody>
      </p:sp>
    </p:spTree>
    <p:extLst>
      <p:ext uri="{BB962C8B-B14F-4D97-AF65-F5344CB8AC3E}">
        <p14:creationId xmlns:p14="http://schemas.microsoft.com/office/powerpoint/2010/main" val="19225237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228F53-2C38-45C4-BEA0-C80ED7C47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1. Open your AI app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7FE57E-EA2C-4335-AEFF-7E829B81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6817B8-761A-47A4-96EA-13EB7AB00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820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Choose one desktop app and sign in.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A1C606-F286-4881-B866-CA232EEF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5048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FCEB7E-B649-4DFF-8DE0-DF322FAFC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5048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Download the ChatGPT desktop app,</a:t>
            </a:r>
          </a:p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then choose Codex inside it.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72A819-A131-44D0-9B29-56046CCA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cb85ead5ebb948fe"/>
              </a:rPr>
              <a:t>Mac download page (Apple Silicon)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15BB48-48E4-4DC4-95DE-AAC810E7A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577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864dd0a8eadc40bf"/>
              </a:rPr>
              <a:t>Windows download page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B771EF-A279-4708-8C20-CD339E7BE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76475"/>
            <a:ext cx="514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Claude Code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B9B629-4107-46C7-9174-2FE3C1B08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52750"/>
            <a:ext cx="5143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Download Claude, then open Code</a:t>
            </a:r>
          </a:p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and select Local.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F05D02-7E84-49F2-8C84-954D6CB6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624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855f25fbe53a491c"/>
              </a:rPr>
              <a:t>Mac or Windows downloads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4CBCB5-E514-4430-AEC5-C8A8147FA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57725"/>
            <a:ext cx="5191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176b05cf142a4031"/>
              </a:rPr>
              <a:t>Claude Code setup and account requirements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E968CB-FD5B-464A-8E63-ED0C9E25F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Already installed? Continue to your project. Labels and availability can vary by version.</a:t>
            </a:r>
          </a:p>
        </p:txBody>
      </p:sp>
    </p:spTree>
    <p:extLst>
      <p:ext uri="{BB962C8B-B14F-4D97-AF65-F5344CB8AC3E}">
        <p14:creationId xmlns:p14="http://schemas.microsoft.com/office/powerpoint/2010/main" val="19212877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9D3AA1-6D5F-4B75-B221-43E260597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a. Choose your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1D59EC-4DA1-4A31-90FA-45C4C2AE0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0028C5-B582-4AE2-9238-162ECEDF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In Codex, click Choose project above the message box.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8bd4a76cbd4868"/>
          <a:stretch xmlns:a="http://schemas.openxmlformats.org/drawingml/2006/main"/>
        </p:blipFill>
        <p:spPr>
          <a:xfrm xmlns:a="http://schemas.openxmlformats.org/drawingml/2006/main">
            <a:off x="611476" y="2505075"/>
            <a:ext cx="10969048" cy="25431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B2B2C4-C936-40F3-A8D3-5E2C6960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62575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Choose an existing job-search project, or create a new one.</a:t>
            </a:r>
          </a:p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Use a dedicated folder such as My Job Search.</a:t>
            </a:r>
          </a:p>
        </p:txBody>
      </p:sp>
    </p:spTree>
    <p:extLst>
      <p:ext uri="{BB962C8B-B14F-4D97-AF65-F5344CB8AC3E}">
        <p14:creationId xmlns:p14="http://schemas.microsoft.com/office/powerpoint/2010/main" val="30104912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C34819-0EE8-41C1-8145-ECBE6A17E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b. Select or create your folder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ABF7D7-E5CA-41B3-9370-448EC5BA9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496778-3D23-41A7-B36A-3294BA477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In Codex Create project: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7BA979-39F9-4528-A8CC-4DC063539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4524375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Enter My Job Search.</a:t>
            </a:r>
          </a:p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Under Source folders, click Add.</a:t>
            </a:r>
          </a:p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Select your folder, then click</a:t>
            </a:r>
          </a:p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Create project.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60DB2D-A508-4A39-8F61-D931312BF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452437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Need a new folder?</a:t>
            </a:r>
          </a:p>
          <a:p xmlns:a="http://schemas.openxmlformats.org/drawingml/2006/main">
            <a:pPr>
              <a:buNone/>
              <a:defRPr sz="202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Create it in Documents using</a:t>
            </a:r>
          </a:p>
          <a:p xmlns:a="http://schemas.openxmlformats.org/drawingml/2006/main">
            <a:pPr>
              <a:buNone/>
              <a:defRPr sz="202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File Explorer or Finder first.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18c561e7e34f9f"/>
          <a:stretch xmlns:a="http://schemas.openxmlformats.org/drawingml/2006/main"/>
        </p:blipFill>
        <p:spPr>
          <a:xfrm xmlns:a="http://schemas.openxmlformats.org/drawingml/2006/main">
            <a:off x="5430273" y="1524000"/>
            <a:ext cx="6151104" cy="38671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180632-EEA8-4B60-AC78-D2F8BB96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686425"/>
            <a:ext cx="6153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87F73"/>
                </a:solidFill>
                <a:latin typeface="Arial"/>
                <a:ea typeface="Arial"/>
                <a:cs typeface="Arial"/>
              </a:rPr>
              <a:t>Claude Code: Local, then Select folder.</a:t>
            </a:r>
          </a:p>
        </p:txBody>
      </p:sp>
    </p:spTree>
    <p:extLst>
      <p:ext uri="{BB962C8B-B14F-4D97-AF65-F5344CB8AC3E}">
        <p14:creationId xmlns:p14="http://schemas.microsoft.com/office/powerpoint/2010/main" val="38995940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9B5501-EECD-4EB1-B783-6F22F1D1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c. Codex: Full access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64E738-20EB-42AE-B2E1-B3A8A372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7BDE0C-0EEF-4ED2-8875-2B92B4388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858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Click the permission label below your message.</a:t>
            </a:r>
          </a:p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Select Full access, as shown.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890529fca54db4"/>
          <a:stretch xmlns:a="http://schemas.openxmlformats.org/drawingml/2006/main"/>
        </p:blipFill>
        <p:spPr>
          <a:xfrm xmlns:a="http://schemas.openxmlformats.org/drawingml/2006/main">
            <a:off x="616284" y="2362200"/>
            <a:ext cx="10959433" cy="31146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75542F-0D8C-46E9-A276-25490CF05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Full access allows internet and file access across your computer,</a:t>
            </a:r>
          </a:p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including files outside the selected project.</a:t>
            </a:r>
          </a:p>
        </p:txBody>
      </p:sp>
    </p:spTree>
    <p:extLst>
      <p:ext uri="{BB962C8B-B14F-4D97-AF65-F5344CB8AC3E}">
        <p14:creationId xmlns:p14="http://schemas.microsoft.com/office/powerpoint/2010/main" val="202508466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70B76E-DD49-4DFB-B2F5-237100AB2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d. Claude Code: Auto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B77A22-C5C8-495C-AAC4-116C49B8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A85112-206C-4156-8A2F-876A0F505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Click the mode label below your message. Select Auto.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e02e4cec8b45df"/>
          <a:stretch xmlns:a="http://schemas.openxmlformats.org/drawingml/2006/main"/>
        </p:blipFill>
        <p:spPr>
          <a:xfrm xmlns:a="http://schemas.openxmlformats.org/drawingml/2006/main">
            <a:off x="1143000" y="2154114"/>
            <a:ext cx="9906000" cy="3426072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C9D948-94E4-42B4-AE28-149A9E92A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00725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Claude handles permission decisions with background safety checks.</a:t>
            </a:r>
          </a:p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Some actions can still require your input.</a:t>
            </a:r>
          </a:p>
        </p:txBody>
      </p:sp>
    </p:spTree>
    <p:extLst>
      <p:ext uri="{BB962C8B-B14F-4D97-AF65-F5344CB8AC3E}">
        <p14:creationId xmlns:p14="http://schemas.microsoft.com/office/powerpoint/2010/main" val="88264414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632CCC-FD71-4504-853A-C9EB9DAE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Optional: connect Gmail first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EFFDE2-4509-4A3D-A72F-FA6BA1B86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12BF25-0EE9-4613-BBAC-00A0BC3C8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a. Before your first message, connect Gmail for inbox help.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You can skip this and start without email.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3E2548-3FF7-4C80-83C0-4FDDB420C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b. Codex: Plugins, then Gmail.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Claude Code: + or Settings, then Connectors.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D3C5B8-3795-4CC8-8FA5-368D64F42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c. Sign in to the account you will use for applications.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The skill later checks your email, permission and access.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9F2DAF-5D76-4075-B729-3E8C8ADD4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820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Already connected? Leave it in place.</a:t>
            </a:r>
          </a:p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Google Calendar is also optional for interview events.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F2EA42-DEE2-4D4C-AEB4-EA109E27A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38850"/>
            <a:ext cx="10001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56170f2476564c95"/>
              </a:rPr>
              <a:t>Connection steps in the README</a:t>
            </a:r>
          </a:p>
        </p:txBody>
      </p:sp>
    </p:spTree>
    <p:extLst>
      <p:ext uri="{BB962C8B-B14F-4D97-AF65-F5344CB8AC3E}">
        <p14:creationId xmlns:p14="http://schemas.microsoft.com/office/powerpoint/2010/main" val="24758668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9873CB-E3FF-4A32-8D3D-52B39D02A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2. Your resume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647B76-A8C3-4FC0-B7CB-B5330DDAA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5FD4D7-2672-4A13-9C62-3CC32FC9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If you have one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657920-D854-4952-9E1D-9972983AD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8204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Attach your PDF or Word file before sending the first message.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If attachments are unavailable, paste its full file location.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69E659-22D0-424F-A2AB-7559C211B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2902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If you do not have one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3B98FC-5BC8-4EEC-94EC-156C8DB12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57675"/>
            <a:ext cx="108204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Add: “I do not have a resume yet. Help me build one.”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5E6C64-5B77-479E-93A9-BC935C0E0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10839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Add your LinkedIn URL too. The AI can reconcile profile details with your records.</a:t>
            </a:r>
          </a:p>
        </p:txBody>
      </p:sp>
    </p:spTree>
    <p:extLst>
      <p:ext uri="{BB962C8B-B14F-4D97-AF65-F5344CB8AC3E}">
        <p14:creationId xmlns:p14="http://schemas.microsoft.com/office/powerpoint/2010/main" val="109245826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7191AB-EE0A-4D06-8E69-83C29F34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3. Your first message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AEF1AA-FAC2-49F8-8E83-90F174788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05A233-C7CC-4E3B-B13D-E8DC1B022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Copy both lines into the same message box as your resume: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3616AC-F1BB-4CD7-BA84-4EE26B811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Install https://github.com/toughdave/job-search for this project.</a:t>
            </a:r>
          </a:p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Then use job-search to start my search.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4A3C50-E8F9-4624-925E-4E928FA4F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62475"/>
            <a:ext cx="108585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Add your resume location or no-resume sentence if needed.</a:t>
            </a:r>
          </a:p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Press Send once. Follow any installation approval or restart request.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AFAACC-D536-4186-B98C-BC589C94E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63c56d8c2c2d4768"/>
              </a:rPr>
              <a:t>Copy from the README</a:t>
            </a:r>
          </a:p>
        </p:txBody>
      </p:sp>
    </p:spTree>
    <p:extLst>
      <p:ext uri="{BB962C8B-B14F-4D97-AF65-F5344CB8AC3E}">
        <p14:creationId xmlns:p14="http://schemas.microsoft.com/office/powerpoint/2010/main" val="96738421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78E64F-2881-4536-825F-C7EE82495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Software prerequisites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31A19B-3CC5-4351-A103-EFEC84606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E83B1A-A02A-486B-B2CA-1FDC73426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Use a local project with file access and an internet connection.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Your AI app needs an account that can use local projects.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BFAC84-0CC4-46D6-ADEC-01EDAD918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76575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 AI checks Python 3.9+ and installs the document packages.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Node.js 22.20+ is only needed for the optional terminal installer.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A54DAE-2D8D-4F3A-AC6C-9C9D03559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57725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Your records stay in the project. Software stays in a local cache.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Ask the AI to preview that cache if you want to remove it.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FB7D96-FFB8-408C-B3BC-1E0EF986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Word uploads also need a DOCX renderer, such as Word or LibreOffice.</a:t>
            </a:r>
          </a:p>
        </p:txBody>
      </p:sp>
    </p:spTree>
    <p:extLst>
      <p:ext uri="{BB962C8B-B14F-4D97-AF65-F5344CB8AC3E}">
        <p14:creationId xmlns:p14="http://schemas.microsoft.com/office/powerpoint/2010/main" val="68705417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C103AD-EB4D-434A-B73C-419B7563C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4. A short conversation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2FA5F9-A6A3-477B-9EBA-BBF63463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0FE3D5-F5A3-4B6A-AB57-61921D53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 AI saves each question, asks it, and waits for your answer.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106B18-7355-4368-A961-3F52136F9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F73"/>
                </a:solidFill>
                <a:latin typeface="Arial"/>
                <a:ea typeface="Arial"/>
                <a:cs typeface="Arial"/>
              </a:rPr>
              <a:t>Example: Cedar Clinic, Office Assistant, 2022-2024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3397D8-E2CE-4211-93DF-B7218A1DC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10858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83F3B"/>
                </a:solidFill>
                <a:latin typeface="Arial"/>
                <a:ea typeface="Arial"/>
                <a:cs typeface="Arial"/>
              </a:rPr>
              <a:t>“At Cedar Clinic, tell me about one scheduling</a:t>
            </a:r>
          </a:p>
          <a:p xmlns:a="http://schemas.openxmlformats.org/drawingml/2006/main">
            <a:pPr>
              <a:buNone/>
              <a:defRPr sz="2700" b="0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83F3B"/>
                </a:solidFill>
                <a:latin typeface="Arial"/>
                <a:ea typeface="Arial"/>
                <a:cs typeface="Arial"/>
              </a:rPr>
              <a:t>problem you handled as an office assistant.”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024433-C6B9-4E56-BAE9-138F61C2F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10858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Explain what you did and what happened at that employer.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Your saved answers help the AI ask only for missing details.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D2DE36-1511-4D12-803A-8078E16A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LinkedIn review follows the fuller interview. Public edits need your approval.</a:t>
            </a:r>
          </a:p>
        </p:txBody>
      </p:sp>
    </p:spTree>
    <p:extLst>
      <p:ext uri="{BB962C8B-B14F-4D97-AF65-F5344CB8AC3E}">
        <p14:creationId xmlns:p14="http://schemas.microsoft.com/office/powerpoint/2010/main" val="130445911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E027FE-16D0-47C6-9651-E05CB667B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Your weekday morning search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EC8A31-6E71-4A83-828D-0C0597345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3D4FE9-D433-4233-B584-B5E621DD3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a. Review the job titles and search sites the AI suggests.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0349BD-4860-4BC6-B013-8BDEA38BC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b. Choose a schedule. The starting suggestion is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weekdays at 9 a.m. in your confirmed timezone.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43FFE5-7AC4-46CB-82D1-2CE72DA27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c. Let the AI save the instructions and set up the task.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You can change the time or keep searches manual.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EE40B5-DA3F-46C2-A2DD-2A0250D44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Keep your computer awake and the desktop app running for local searches.</a:t>
            </a:r>
          </a:p>
        </p:txBody>
      </p:sp>
    </p:spTree>
    <p:extLst>
      <p:ext uri="{BB962C8B-B14F-4D97-AF65-F5344CB8AC3E}">
        <p14:creationId xmlns:p14="http://schemas.microsoft.com/office/powerpoint/2010/main" val="174952837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4BD5C1-A8FD-4953-AC41-5DE2E3AB3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Review and change your routine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597877-AD22-4813-B6F6-5993D41D5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839746-4652-426C-B9B9-1590FA516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839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 desktop: Scheduled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DD90C3-5058-44D0-8AC9-3F556E1E0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57425"/>
            <a:ext cx="10839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Claude Code Desktop: Code → Routines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6D8155-4BB8-432A-945E-F78C91D6E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10858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 AI checks unfinished applications and new listings,</a:t>
            </a:r>
          </a:p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then prepares suitable drafts for your review.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6728A6-841B-4D27-9373-5F8FD0B91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00575"/>
            <a:ext cx="10858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“Move my daily search to 8 a.m.”</a:t>
            </a:r>
          </a:p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“Pause my scheduled search.”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40CC60-B5F9-4E9A-B434-DE3A27CD2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ec68d649ab3540a6"/>
              </a:rPr>
              <a:t>Read the daily-search guide</a:t>
            </a:r>
          </a:p>
        </p:txBody>
      </p:sp>
    </p:spTree>
    <p:extLst>
      <p:ext uri="{BB962C8B-B14F-4D97-AF65-F5344CB8AC3E}">
        <p14:creationId xmlns:p14="http://schemas.microsoft.com/office/powerpoint/2010/main" val="139824433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E3DF5A-862C-4563-B1E6-4985C59D9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Your resume length and format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9EDB6E-B879-413C-9D74-5D2874176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05110E-6193-4C5D-97A3-E85193B80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After reviewing your experience, the AI recommends a length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for your target work and destination.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EB24DF-0F6C-4277-B0C4-FCDE5E146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“May I use a two-page resume as your standard?”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115058-0BFC-4075-AC09-369BE5E7C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Approve the recommendation or ask for a different length.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Fewer relevant roles may fit one page. A longer CV needs a reason.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CDA478-D3EA-48EA-B15D-CF3006D2A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The AI checks regional guidance and reviews each page for readable, useful spacing.</a:t>
            </a:r>
          </a:p>
        </p:txBody>
      </p:sp>
    </p:spTree>
    <p:extLst>
      <p:ext uri="{BB962C8B-B14F-4D97-AF65-F5344CB8AC3E}">
        <p14:creationId xmlns:p14="http://schemas.microsoft.com/office/powerpoint/2010/main" val="137449913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66FF20-BC4F-4AB6-A476-D93DE7DFD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5. Your first draft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880C2E-5BA4-49E2-AC01-6861DB6B5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1C5D4C-A9FF-4DFC-A2DD-613F46EC3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8204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Before any upload, the AI visually inspects every page of the actual file.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It checks spacing, alignment, clipping and page breaks.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E982AC-36DD-4F34-9F6C-FB325EF27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108204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 Word upload needs a preview rendered from that exact DOCX.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If visual review is unavailable, the file stays a draft and upload waits.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2C2C42-677E-4E7C-A9B4-D41813564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“That role was volunteering. Please correct it.”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034E27-504E-4178-9EAC-03EC7B60F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After corrections, the AI checks the new file again. You approve final submission.</a:t>
            </a:r>
          </a:p>
        </p:txBody>
      </p:sp>
    </p:spTree>
    <p:extLst>
      <p:ext uri="{BB962C8B-B14F-4D97-AF65-F5344CB8AC3E}">
        <p14:creationId xmlns:p14="http://schemas.microsoft.com/office/powerpoint/2010/main" val="111945445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062370-BA4B-4D31-93F4-AF326E0A2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Summon the installed skill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42D7E3-D406-4693-88DD-C0CD9A24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CDA268-36D0-473A-9069-E71EE9A06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108394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 / ChatGPT desktop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3F3F08-8472-422B-AE8F-32202650C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8394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Type @ and choose job-search. If your composer offers a $</a:t>
            </a:r>
          </a:p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skill picker, choose job-search there.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62B092-3204-43BD-BC6A-6920E4C22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10839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 CLI or IDE:  $job-search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85BB09-B075-419C-A746-EB1CFE77B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839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Claude Code:  /job-search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6B87D4-6FCE-4C7E-8F5A-E6613C33E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10858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Add “Start my search” or “Continue my job search”, then send.</a:t>
            </a:r>
          </a:p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Use the AI message box after installation, in the same project.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78EB3E-F135-45F0-88B8-CA146F992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If the skill is missing, start a new session in this project, then try again.</a:t>
            </a:r>
          </a:p>
        </p:txBody>
      </p:sp>
    </p:spTree>
    <p:extLst>
      <p:ext uri="{BB962C8B-B14F-4D97-AF65-F5344CB8AC3E}">
        <p14:creationId xmlns:p14="http://schemas.microsoft.com/office/powerpoint/2010/main" val="173612183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D59564-1F8E-45D8-8908-8296D8B25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6. Next time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ECCDD0-3621-4FEA-86BA-99F95FA00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B265D8-348D-4306-8841-31D6963F2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8204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a. Reopen the same local project. A new conversation is fine.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b. Summon job-search, then send: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8051EC-F210-43FB-AED8-33381DDCE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28925"/>
            <a:ext cx="10858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Continue my job search.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617BB1-14CE-498D-B7FA-E75860BB4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c. The AI checks its tools and reads your saved progress.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Supply an updated resume when it changes.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5F0B19-2522-4A70-95F8-41294A5D5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For an independent occupation search, use a new project with separate records.</a:t>
            </a:r>
          </a:p>
        </p:txBody>
      </p:sp>
    </p:spTree>
    <p:extLst>
      <p:ext uri="{BB962C8B-B14F-4D97-AF65-F5344CB8AC3E}">
        <p14:creationId xmlns:p14="http://schemas.microsoft.com/office/powerpoint/2010/main" val="5295060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D83CD2-56ED-4719-ABBF-6F0C5CA7F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If something stops you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77CFC2-404F-4B1C-BD1F-9B0138042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7E7765-EE1E-43F6-9F86-9F2ED6FEF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Skill missing?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703E44-B32F-4002-976C-3CB0169FE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66925"/>
            <a:ext cx="5191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Start a new session in the same project.</a:t>
            </a:r>
          </a:p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Say: “Check installation and load</a:t>
            </a:r>
          </a:p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job-search for me.”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AEA57B-5ED1-4ED3-9D18-C98E56747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049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Cannot save?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3C0AFC-C740-4935-90B2-12BF5BFE0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66925"/>
            <a:ext cx="5162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Check the selected folder and file</a:t>
            </a:r>
          </a:p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permissions. Approve the specific</a:t>
            </a:r>
          </a:p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access request if you want it to proceed.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CB14A9-0D7A-429B-A473-09E73414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Moved the folder or cannot find your records?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513285-3463-407C-B11C-421E69F44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Choose the new project folder and give the AI your records location.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Say: “Reconnect my existing search here and continue.”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2B3A80-8CC9-43EF-A951-87DCDA106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981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916aca7707b14be6"/>
              </a:rPr>
              <a:t>Full guide, downloads and troubleshooting</a:t>
            </a:r>
          </a:p>
        </p:txBody>
      </p:sp>
    </p:spTree>
    <p:extLst>
      <p:ext uri="{BB962C8B-B14F-4D97-AF65-F5344CB8AC3E}">
        <p14:creationId xmlns:p14="http://schemas.microsoft.com/office/powerpoint/2010/main" val="135386199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2026-09-14T06:29:36.8290000Z</dcterms:created>
  <dcterms:modified xsi:type="dcterms:W3CDTF">2026-09-14T06:29:36.8290000Z</dcterms:modified>
</coreProperties>
</file>