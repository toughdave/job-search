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04804517ee4e47" /><Relationship Type="http://schemas.openxmlformats.org/officeDocument/2006/relationships/extended-properties" Target="/docProps/app.xml" Id="R6affeaedc9884999" /><Relationship Type="http://schemas.openxmlformats.org/officeDocument/2006/relationships/officeDocument" Target="/ppt/presentation.xml" Id="Reda245151bdc4b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977158f73648aa"/>
  </p:sldMasterIdLst>
  <p:notesMasterIdLst>
    <p:notesMasterId xmlns:r="http://schemas.openxmlformats.org/officeDocument/2006/relationships" r:id="Rd4440e6cdc374f57"/>
  </p:notesMasterIdLst>
  <p:sldIdLst>
    <p:sldId xmlns:r="http://schemas.openxmlformats.org/officeDocument/2006/relationships" id="256" r:id="R26960a04793347a3"/>
    <p:sldId xmlns:r="http://schemas.openxmlformats.org/officeDocument/2006/relationships" id="257" r:id="Rd416025064924e85"/>
    <p:sldId xmlns:r="http://schemas.openxmlformats.org/officeDocument/2006/relationships" id="258" r:id="R8f7810c24c304fc4"/>
    <p:sldId xmlns:r="http://schemas.openxmlformats.org/officeDocument/2006/relationships" id="259" r:id="R51b424e49c214308"/>
    <p:sldId xmlns:r="http://schemas.openxmlformats.org/officeDocument/2006/relationships" id="260" r:id="Rb85d0e7cf3c44568"/>
    <p:sldId xmlns:r="http://schemas.openxmlformats.org/officeDocument/2006/relationships" id="261" r:id="R8be938c4d8314248"/>
    <p:sldId xmlns:r="http://schemas.openxmlformats.org/officeDocument/2006/relationships" id="262" r:id="Rd7e8cb4b9acf459b"/>
    <p:sldId xmlns:r="http://schemas.openxmlformats.org/officeDocument/2006/relationships" id="263" r:id="R35c56a0921344b05"/>
    <p:sldId xmlns:r="http://schemas.openxmlformats.org/officeDocument/2006/relationships" id="264" r:id="R97081abd0b79413d"/>
    <p:sldId xmlns:r="http://schemas.openxmlformats.org/officeDocument/2006/relationships" id="265" r:id="R4517b3ba60e94180"/>
    <p:sldId xmlns:r="http://schemas.openxmlformats.org/officeDocument/2006/relationships" id="266" r:id="R37ed7c812c4f40eb"/>
    <p:sldId xmlns:r="http://schemas.openxmlformats.org/officeDocument/2006/relationships" id="267" r:id="Rca68f23fdb1a41c6"/>
    <p:sldId xmlns:r="http://schemas.openxmlformats.org/officeDocument/2006/relationships" id="268" r:id="R25e2f0eb5dc34396"/>
    <p:sldId xmlns:r="http://schemas.openxmlformats.org/officeDocument/2006/relationships" id="269" r:id="R7d9633ff1f9b439b"/>
    <p:sldId xmlns:r="http://schemas.openxmlformats.org/officeDocument/2006/relationships" id="270" r:id="R2ba9eb4a605847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24f07d4a3434b" /><Relationship Type="http://schemas.openxmlformats.org/officeDocument/2006/relationships/slideMaster" Target="/ppt/slideMasters/slideMaster1.xml" Id="Ra8977158f73648aa" /><Relationship Type="http://schemas.openxmlformats.org/officeDocument/2006/relationships/notesMaster" Target="/ppt/notesMasters/notesMaster1.xml" Id="Rd4440e6cdc374f57" /><Relationship Type="http://schemas.openxmlformats.org/officeDocument/2006/relationships/presProps" Target="/ppt/presProps.xml" Id="R9aa25caaf7a64b73" /><Relationship Type="http://schemas.openxmlformats.org/officeDocument/2006/relationships/tableStyles" Target="/ppt/tableStyles.xml" Id="R5bf081bde14f432a" /><Relationship Type="http://schemas.openxmlformats.org/officeDocument/2006/relationships/slide" Target="/ppt/slides/slide1.xml" Id="R26960a04793347a3" /><Relationship Type="http://schemas.openxmlformats.org/officeDocument/2006/relationships/slide" Target="/ppt/slides/slide2.xml" Id="Rd416025064924e85" /><Relationship Type="http://schemas.openxmlformats.org/officeDocument/2006/relationships/slide" Target="/ppt/slides/slide3.xml" Id="R8f7810c24c304fc4" /><Relationship Type="http://schemas.openxmlformats.org/officeDocument/2006/relationships/slide" Target="/ppt/slides/slide4.xml" Id="R51b424e49c214308" /><Relationship Type="http://schemas.openxmlformats.org/officeDocument/2006/relationships/slide" Target="/ppt/slides/slide5.xml" Id="Rb85d0e7cf3c44568" /><Relationship Type="http://schemas.openxmlformats.org/officeDocument/2006/relationships/slide" Target="/ppt/slides/slide6.xml" Id="R8be938c4d8314248" /><Relationship Type="http://schemas.openxmlformats.org/officeDocument/2006/relationships/slide" Target="/ppt/slides/slide7.xml" Id="Rd7e8cb4b9acf459b" /><Relationship Type="http://schemas.openxmlformats.org/officeDocument/2006/relationships/slide" Target="/ppt/slides/slide8.xml" Id="R35c56a0921344b05" /><Relationship Type="http://schemas.openxmlformats.org/officeDocument/2006/relationships/slide" Target="/ppt/slides/slide9.xml" Id="R97081abd0b79413d" /><Relationship Type="http://schemas.openxmlformats.org/officeDocument/2006/relationships/slide" Target="/ppt/slides/slide10.xml" Id="R4517b3ba60e94180" /><Relationship Type="http://schemas.openxmlformats.org/officeDocument/2006/relationships/slide" Target="/ppt/slides/slide11.xml" Id="R37ed7c812c4f40eb" /><Relationship Type="http://schemas.openxmlformats.org/officeDocument/2006/relationships/slide" Target="/ppt/slides/slide12.xml" Id="Rca68f23fdb1a41c6" /><Relationship Type="http://schemas.openxmlformats.org/officeDocument/2006/relationships/slide" Target="/ppt/slides/slide13.xml" Id="R25e2f0eb5dc34396" /><Relationship Type="http://schemas.openxmlformats.org/officeDocument/2006/relationships/slide" Target="/ppt/slides/slide14.xml" Id="R7d9633ff1f9b439b" /><Relationship Type="http://schemas.openxmlformats.org/officeDocument/2006/relationships/slide" Target="/ppt/slides/slide15.xml" Id="R2ba9eb4a605847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185058ff9140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80ec73166e499b" /><Relationship Type="http://schemas.openxmlformats.org/officeDocument/2006/relationships/notesMaster" Target="/ppt/notesMasters/notesMaster1.xml" Id="R2a6354c117844b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03ff53e242413c" /><Relationship Type="http://schemas.openxmlformats.org/officeDocument/2006/relationships/notesMaster" Target="/ppt/notesMasters/notesMaster1.xml" Id="R48a545601add47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ccfce75af94ec7" /><Relationship Type="http://schemas.openxmlformats.org/officeDocument/2006/relationships/notesMaster" Target="/ppt/notesMasters/notesMaster1.xml" Id="R1d4d50948ec642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393e39faee4cbd" /><Relationship Type="http://schemas.openxmlformats.org/officeDocument/2006/relationships/notesMaster" Target="/ppt/notesMasters/notesMaster1.xml" Id="R6eacd6441f1445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7354da58974d8f" /><Relationship Type="http://schemas.openxmlformats.org/officeDocument/2006/relationships/notesMaster" Target="/ppt/notesMasters/notesMaster1.xml" Id="Rf8e746c79d5a45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334a08f0b04606" /><Relationship Type="http://schemas.openxmlformats.org/officeDocument/2006/relationships/notesMaster" Target="/ppt/notesMasters/notesMaster1.xml" Id="R56a0867d6fef47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9af11c09814951" /><Relationship Type="http://schemas.openxmlformats.org/officeDocument/2006/relationships/notesMaster" Target="/ppt/notesMasters/notesMaster1.xml" Id="R01a2621ae4264a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1f768707db4479" /><Relationship Type="http://schemas.openxmlformats.org/officeDocument/2006/relationships/notesMaster" Target="/ppt/notesMasters/notesMaster1.xml" Id="Rb258713c9c6e41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597c7abcc4d25" /><Relationship Type="http://schemas.openxmlformats.org/officeDocument/2006/relationships/notesMaster" Target="/ppt/notesMasters/notesMaster1.xml" Id="Rb55d50043e9543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8ea145ad964a9b" /><Relationship Type="http://schemas.openxmlformats.org/officeDocument/2006/relationships/notesMaster" Target="/ppt/notesMasters/notesMaster1.xml" Id="R126be71bc8134b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4fe07a6b464065" /><Relationship Type="http://schemas.openxmlformats.org/officeDocument/2006/relationships/notesMaster" Target="/ppt/notesMasters/notesMaster1.xml" Id="R99fd2d68e5a04e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8bf3e7aff143c1" /><Relationship Type="http://schemas.openxmlformats.org/officeDocument/2006/relationships/notesMaster" Target="/ppt/notesMasters/notesMaster1.xml" Id="Rba8b89c8ad244f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4a1c4e61834556" /><Relationship Type="http://schemas.openxmlformats.org/officeDocument/2006/relationships/notesMaster" Target="/ppt/notesMasters/notesMaster1.xml" Id="R874f14b9841b4f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1a08b541784400" /><Relationship Type="http://schemas.openxmlformats.org/officeDocument/2006/relationships/notesMaster" Target="/ppt/notesMasters/notesMaster1.xml" Id="R123fb8334c504dd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cf8e1c5ec842bd" /><Relationship Type="http://schemas.openxmlformats.org/officeDocument/2006/relationships/notesMaster" Target="/ppt/notesMasters/notesMaster1.xml" Id="R8ab02e72a11f40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4776ce044840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7cb34d8f8b4a0b" /><Relationship Type="http://schemas.openxmlformats.org/officeDocument/2006/relationships/slideLayout" Target="/ppt/slideLayouts/slideLayout1.xml" Id="R2ad78947808849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d78947808849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80d72e7c14775" /><Relationship Type="http://schemas.openxmlformats.org/officeDocument/2006/relationships/hyperlink" Target="https://github.com/toughdave/job-search" TargetMode="External" Id="Rea7ef6d8788b4cb3" /><Relationship Type="http://schemas.openxmlformats.org/officeDocument/2006/relationships/notesSlide" Target="/ppt/notesSlides/notesSlide1.xml" Id="Rd6f1afd3b4be44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6400e74724147" /><Relationship Type="http://schemas.openxmlformats.org/officeDocument/2006/relationships/hyperlink" Target="https://learn.chatgpt.com/docs/app" TargetMode="External" Id="Rdb1faea3de994af4" /><Relationship Type="http://schemas.openxmlformats.org/officeDocument/2006/relationships/hyperlink" Target="https://learn.chatgpt.com/docs/windows/windows-app#download-the-chatgpt-desktop-app" TargetMode="External" Id="R391c08e88b36418a" /><Relationship Type="http://schemas.openxmlformats.org/officeDocument/2006/relationships/hyperlink" Target="https://claude.com/download" TargetMode="External" Id="R0953dcabc59a4aba" /><Relationship Type="http://schemas.openxmlformats.org/officeDocument/2006/relationships/hyperlink" Target="https://code.claude.com/docs/en/desktop-quickstart" TargetMode="External" Id="R27ff7b93c20e45b2" /><Relationship Type="http://schemas.openxmlformats.org/officeDocument/2006/relationships/notesSlide" Target="/ppt/notesSlides/notesSlide2.xml" Id="R173c4bab2fef4f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f664f0d8c4363" /><Relationship Type="http://schemas.openxmlformats.org/officeDocument/2006/relationships/image" Target="/ppt/media/image.png" Id="R2c9b4ec006134c13" /><Relationship Type="http://schemas.openxmlformats.org/officeDocument/2006/relationships/notesSlide" Target="/ppt/notesSlides/notesSlide3.xml" Id="R8398a118d3d14c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7b0386be54b47" /><Relationship Type="http://schemas.openxmlformats.org/officeDocument/2006/relationships/image" Target="/ppt/media/image2.png" Id="R921f09dbe4c34b9d" /><Relationship Type="http://schemas.openxmlformats.org/officeDocument/2006/relationships/notesSlide" Target="/ppt/notesSlides/notesSlide4.xml" Id="R3bbe936e332c42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6d5888a2a49e5" /><Relationship Type="http://schemas.openxmlformats.org/officeDocument/2006/relationships/image" Target="/ppt/media/image3.png" Id="R5e234561ed274431" /><Relationship Type="http://schemas.openxmlformats.org/officeDocument/2006/relationships/notesSlide" Target="/ppt/notesSlides/notesSlide5.xml" Id="R9e5417ccdbf64f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428c5960f4981" /><Relationship Type="http://schemas.openxmlformats.org/officeDocument/2006/relationships/image" Target="/ppt/media/image4.png" Id="R8a6421071f44420c" /><Relationship Type="http://schemas.openxmlformats.org/officeDocument/2006/relationships/notesSlide" Target="/ppt/notesSlides/notesSlide6.xml" Id="R10a98f529951498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50accfaba4147" /><Relationship Type="http://schemas.openxmlformats.org/officeDocument/2006/relationships/notesSlide" Target="/ppt/notesSlides/notesSlide7.xml" Id="R9e2fc4ac980147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8393beb204efb" /><Relationship Type="http://schemas.openxmlformats.org/officeDocument/2006/relationships/hyperlink" Target="https://github.com/toughdave/job-search#3-copy-the-start-message-then-press-send" TargetMode="External" Id="R37240b7581044d04" /><Relationship Type="http://schemas.openxmlformats.org/officeDocument/2006/relationships/notesSlide" Target="/ppt/notesSlides/notesSlide8.xml" Id="R344951a4b5a549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30afdcb6a4935" /><Relationship Type="http://schemas.openxmlformats.org/officeDocument/2006/relationships/notesSlide" Target="/ppt/notesSlides/notesSlide9.xml" Id="R4bb9785524fb43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2b71a5f7e4a3b" /><Relationship Type="http://schemas.openxmlformats.org/officeDocument/2006/relationships/notesSlide" Target="/ppt/notesSlides/notesSlide10.xml" Id="R9ca036ada8f5449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2375560bc4077" /><Relationship Type="http://schemas.openxmlformats.org/officeDocument/2006/relationships/hyperlink" Target="https://github.com/toughdave/job-search#your-weekday-morning-search" TargetMode="External" Id="Ra96c01ccb7e8453f" /><Relationship Type="http://schemas.openxmlformats.org/officeDocument/2006/relationships/notesSlide" Target="/ppt/notesSlides/notesSlide11.xml" Id="Reaaf78da6e2a49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18d602b3241f9" /><Relationship Type="http://schemas.openxmlformats.org/officeDocument/2006/relationships/notesSlide" Target="/ppt/notesSlides/notesSlide12.xml" Id="R4b132dd23f074f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f141044e94d34" /><Relationship Type="http://schemas.openxmlformats.org/officeDocument/2006/relationships/notesSlide" Target="/ppt/notesSlides/notesSlide13.xml" Id="R2752494d97f64d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5d720f19547e0" /><Relationship Type="http://schemas.openxmlformats.org/officeDocument/2006/relationships/notesSlide" Target="/ppt/notesSlides/notesSlide14.xml" Id="R38a64908051749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e48129b52451b" /><Relationship Type="http://schemas.openxmlformats.org/officeDocument/2006/relationships/hyperlink" Target="https://github.com/toughdave/job-search" TargetMode="External" Id="R17962d8df6e24f15" /><Relationship Type="http://schemas.openxmlformats.org/officeDocument/2006/relationships/notesSlide" Target="/ppt/notesSlides/notesSlide15.xml" Id="Rf43cb879b0c643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a7ef6d8788b4cb3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b1faea3de994af4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391c08e88b36418a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0953dcabc59a4aba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27ff7b93c20e45b2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b4ec006134c13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f09dbe4c34b9d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34561ed274431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421071f44420c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37240b7581044d04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asks about one employer and role at a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happened. Honest qualitative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results are useful. The AI asks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96c01ccb7e8453f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When enough is known, the AI prepares useful documents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keeps your search records in a separate private location.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Open the files and check your experience, dates and contact details.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Give corrections in the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Review the employer and final documents before authorizing a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picker cannot find it, send: “Use job-search.” Ask the AI to check installation if needed.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 and conversation.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Continue from your saved progress.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“Check whether job-search is installed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this project and help me load it.”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New chat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Provide the private records location the AI gave you. Say:</a:t>
            </a:r>
          </a:p>
          <a:p xmlns:a="http://schemas.openxmlformats.org/drawingml/2006/main">
            <a:pPr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“Resume my existing search here; do not start over.”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7962d8df6e24f15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2026-09-12T20:17:34.9180000Z</dcterms:created>
  <dcterms:modified xsi:type="dcterms:W3CDTF">2026-09-12T20:17:34.9180000Z</dcterms:modified>
</coreProperties>
</file>