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2220233ad44a5f" /><Relationship Type="http://schemas.openxmlformats.org/officeDocument/2006/relationships/extended-properties" Target="/docProps/app.xml" Id="R801af0a8f4ff499e" /><Relationship Type="http://schemas.openxmlformats.org/officeDocument/2006/relationships/officeDocument" Target="/ppt/presentation.xml" Id="R5d172231711143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005ede53a24abc"/>
  </p:sldMasterIdLst>
  <p:notesMasterIdLst>
    <p:notesMasterId xmlns:r="http://schemas.openxmlformats.org/officeDocument/2006/relationships" r:id="R9bad2a37e10f47c0"/>
  </p:notesMasterIdLst>
  <p:sldIdLst>
    <p:sldId xmlns:r="http://schemas.openxmlformats.org/officeDocument/2006/relationships" id="256" r:id="R84cc7c6360ea42e0"/>
    <p:sldId xmlns:r="http://schemas.openxmlformats.org/officeDocument/2006/relationships" id="257" r:id="R8005eceee2124c4c"/>
    <p:sldId xmlns:r="http://schemas.openxmlformats.org/officeDocument/2006/relationships" id="258" r:id="R1f704fac7bb048fc"/>
    <p:sldId xmlns:r="http://schemas.openxmlformats.org/officeDocument/2006/relationships" id="259" r:id="Rf88c8381a673463a"/>
    <p:sldId xmlns:r="http://schemas.openxmlformats.org/officeDocument/2006/relationships" id="260" r:id="Rf946f3e4b25e4d40"/>
    <p:sldId xmlns:r="http://schemas.openxmlformats.org/officeDocument/2006/relationships" id="261" r:id="R2510e97721c04b7b"/>
    <p:sldId xmlns:r="http://schemas.openxmlformats.org/officeDocument/2006/relationships" id="262" r:id="R38fab24a0f8244d5"/>
    <p:sldId xmlns:r="http://schemas.openxmlformats.org/officeDocument/2006/relationships" id="263" r:id="R034b4054a31d4f04"/>
    <p:sldId xmlns:r="http://schemas.openxmlformats.org/officeDocument/2006/relationships" id="264" r:id="Rf84447db19fb43b6"/>
    <p:sldId xmlns:r="http://schemas.openxmlformats.org/officeDocument/2006/relationships" id="265" r:id="R75583f69116c4fbb"/>
    <p:sldId xmlns:r="http://schemas.openxmlformats.org/officeDocument/2006/relationships" id="266" r:id="R8e9d57f8aad14841"/>
    <p:sldId xmlns:r="http://schemas.openxmlformats.org/officeDocument/2006/relationships" id="267" r:id="R8141c3f70ec64246"/>
    <p:sldId xmlns:r="http://schemas.openxmlformats.org/officeDocument/2006/relationships" id="268" r:id="Re79797b9a70c47cd"/>
    <p:sldId xmlns:r="http://schemas.openxmlformats.org/officeDocument/2006/relationships" id="269" r:id="Rb6ea52a0624a4b6e"/>
    <p:sldId xmlns:r="http://schemas.openxmlformats.org/officeDocument/2006/relationships" id="270" r:id="Rd47ff13c0c0d44a4"/>
    <p:sldId xmlns:r="http://schemas.openxmlformats.org/officeDocument/2006/relationships" id="271" r:id="R577a9d4e7b7441fa"/>
    <p:sldId xmlns:r="http://schemas.openxmlformats.org/officeDocument/2006/relationships" id="272" r:id="R46e4a2bd0de54b7e"/>
    <p:sldId xmlns:r="http://schemas.openxmlformats.org/officeDocument/2006/relationships" id="273" r:id="R8857ae883e4748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b3e0425a0c441c" /><Relationship Type="http://schemas.openxmlformats.org/officeDocument/2006/relationships/slideMaster" Target="/ppt/slideMasters/slideMaster1.xml" Id="R25005ede53a24abc" /><Relationship Type="http://schemas.openxmlformats.org/officeDocument/2006/relationships/notesMaster" Target="/ppt/notesMasters/notesMaster1.xml" Id="R9bad2a37e10f47c0" /><Relationship Type="http://schemas.openxmlformats.org/officeDocument/2006/relationships/presProps" Target="/ppt/presProps.xml" Id="R86e84c5f55c747d5" /><Relationship Type="http://schemas.openxmlformats.org/officeDocument/2006/relationships/tableStyles" Target="/ppt/tableStyles.xml" Id="R3d6df37256c14b13" /><Relationship Type="http://schemas.openxmlformats.org/officeDocument/2006/relationships/slide" Target="/ppt/slides/slide1.xml" Id="R84cc7c6360ea42e0" /><Relationship Type="http://schemas.openxmlformats.org/officeDocument/2006/relationships/slide" Target="/ppt/slides/slide2.xml" Id="R8005eceee2124c4c" /><Relationship Type="http://schemas.openxmlformats.org/officeDocument/2006/relationships/slide" Target="/ppt/slides/slide3.xml" Id="R1f704fac7bb048fc" /><Relationship Type="http://schemas.openxmlformats.org/officeDocument/2006/relationships/slide" Target="/ppt/slides/slide4.xml" Id="Rf88c8381a673463a" /><Relationship Type="http://schemas.openxmlformats.org/officeDocument/2006/relationships/slide" Target="/ppt/slides/slide5.xml" Id="Rf946f3e4b25e4d40" /><Relationship Type="http://schemas.openxmlformats.org/officeDocument/2006/relationships/slide" Target="/ppt/slides/slide6.xml" Id="R2510e97721c04b7b" /><Relationship Type="http://schemas.openxmlformats.org/officeDocument/2006/relationships/slide" Target="/ppt/slides/slide7.xml" Id="R38fab24a0f8244d5" /><Relationship Type="http://schemas.openxmlformats.org/officeDocument/2006/relationships/slide" Target="/ppt/slides/slide8.xml" Id="R034b4054a31d4f04" /><Relationship Type="http://schemas.openxmlformats.org/officeDocument/2006/relationships/slide" Target="/ppt/slides/slide9.xml" Id="Rf84447db19fb43b6" /><Relationship Type="http://schemas.openxmlformats.org/officeDocument/2006/relationships/slide" Target="/ppt/slides/slide10.xml" Id="R75583f69116c4fbb" /><Relationship Type="http://schemas.openxmlformats.org/officeDocument/2006/relationships/slide" Target="/ppt/slides/slide11.xml" Id="R8e9d57f8aad14841" /><Relationship Type="http://schemas.openxmlformats.org/officeDocument/2006/relationships/slide" Target="/ppt/slides/slide12.xml" Id="R8141c3f70ec64246" /><Relationship Type="http://schemas.openxmlformats.org/officeDocument/2006/relationships/slide" Target="/ppt/slides/slide13.xml" Id="Re79797b9a70c47cd" /><Relationship Type="http://schemas.openxmlformats.org/officeDocument/2006/relationships/slide" Target="/ppt/slides/slide14.xml" Id="Rb6ea52a0624a4b6e" /><Relationship Type="http://schemas.openxmlformats.org/officeDocument/2006/relationships/slide" Target="/ppt/slides/slide15.xml" Id="Rd47ff13c0c0d44a4" /><Relationship Type="http://schemas.openxmlformats.org/officeDocument/2006/relationships/slide" Target="/ppt/slides/slide16.xml" Id="R577a9d4e7b7441fa" /><Relationship Type="http://schemas.openxmlformats.org/officeDocument/2006/relationships/slide" Target="/ppt/slides/slide17.xml" Id="R46e4a2bd0de54b7e" /><Relationship Type="http://schemas.openxmlformats.org/officeDocument/2006/relationships/slide" Target="/ppt/slides/slide18.xml" Id="R8857ae883e4748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cbefbb524041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047a5f108c445a" /><Relationship Type="http://schemas.openxmlformats.org/officeDocument/2006/relationships/notesMaster" Target="/ppt/notesMasters/notesMaster1.xml" Id="R10119f38657e4d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18abaabfac45bc" /><Relationship Type="http://schemas.openxmlformats.org/officeDocument/2006/relationships/notesMaster" Target="/ppt/notesMasters/notesMaster1.xml" Id="Rd4cdc2dc9c2949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9247f9bf1c4cf4" /><Relationship Type="http://schemas.openxmlformats.org/officeDocument/2006/relationships/notesMaster" Target="/ppt/notesMasters/notesMaster1.xml" Id="R98b61cbe2c934c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ba052b8c494f14" /><Relationship Type="http://schemas.openxmlformats.org/officeDocument/2006/relationships/notesMaster" Target="/ppt/notesMasters/notesMaster1.xml" Id="R342fc543422045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39ed26849e44b1" /><Relationship Type="http://schemas.openxmlformats.org/officeDocument/2006/relationships/notesMaster" Target="/ppt/notesMasters/notesMaster1.xml" Id="Racc49175c21d46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13a5bb7b344634" /><Relationship Type="http://schemas.openxmlformats.org/officeDocument/2006/relationships/notesMaster" Target="/ppt/notesMasters/notesMaster1.xml" Id="Rf0059b65089f4c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7d669c7072453b" /><Relationship Type="http://schemas.openxmlformats.org/officeDocument/2006/relationships/notesMaster" Target="/ppt/notesMasters/notesMaster1.xml" Id="R39712cb4595040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26f621573049cc" /><Relationship Type="http://schemas.openxmlformats.org/officeDocument/2006/relationships/notesMaster" Target="/ppt/notesMasters/notesMaster1.xml" Id="Ra95aaf09933f48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9cd95e8cfb4585" /><Relationship Type="http://schemas.openxmlformats.org/officeDocument/2006/relationships/notesMaster" Target="/ppt/notesMasters/notesMaster1.xml" Id="Rc6454aee9a6e4d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b732832acd4fd5" /><Relationship Type="http://schemas.openxmlformats.org/officeDocument/2006/relationships/notesMaster" Target="/ppt/notesMasters/notesMaster1.xml" Id="Rb89193e7a61c45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ba3e07f67a4849" /><Relationship Type="http://schemas.openxmlformats.org/officeDocument/2006/relationships/notesMaster" Target="/ppt/notesMasters/notesMaster1.xml" Id="R8e7276db0d5d47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9fd97d03f44b9b" /><Relationship Type="http://schemas.openxmlformats.org/officeDocument/2006/relationships/notesMaster" Target="/ppt/notesMasters/notesMaster1.xml" Id="R75af2d8b64b148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5c89ad7c9c4042" /><Relationship Type="http://schemas.openxmlformats.org/officeDocument/2006/relationships/notesMaster" Target="/ppt/notesMasters/notesMaster1.xml" Id="R7512a09e671e47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c2492af2eb4526" /><Relationship Type="http://schemas.openxmlformats.org/officeDocument/2006/relationships/notesMaster" Target="/ppt/notesMasters/notesMaster1.xml" Id="R202bf4f53af948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4cc4328ce404a16" /><Relationship Type="http://schemas.openxmlformats.org/officeDocument/2006/relationships/notesMaster" Target="/ppt/notesMasters/notesMaster1.xml" Id="R9eea9c6573934c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9b6816c50e463a" /><Relationship Type="http://schemas.openxmlformats.org/officeDocument/2006/relationships/notesMaster" Target="/ppt/notesMasters/notesMaster1.xml" Id="Re9c72abfa1a94f5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4bb73503a74ad3" /><Relationship Type="http://schemas.openxmlformats.org/officeDocument/2006/relationships/notesMaster" Target="/ppt/notesMasters/notesMaster1.xml" Id="R42df183296494d2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f7191ed1db4bed" /><Relationship Type="http://schemas.openxmlformats.org/officeDocument/2006/relationships/notesMaster" Target="/ppt/notesMasters/notesMaster1.xml" Id="R16468597b1c647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https://github.com/toughdave/job-search/blob/main/docs/setup.md#prerequisites-and-dependencies. The AI prefers a maintained Python 3.12+ for new setup. Packages: python-docx, ReportLab, pypdf, pypdfium2 and tzdata. Download-and-copy does not require Node or Git. Cleanup requires a preview and candidate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https://github.com/toughdave/job-search/blob/main/skills/job-search/references/mail.md ; https://code.claude.com/docs/en/desktop ; https://support.claude.com/en/articles/10166901-use-google-workspace-connectors ; https://learn.chatgpt.com/docs/plugins . Setup saves the chosen application mailbox and read scope. The candidate completes sign-in. The AI checks the actual authenticated identity and performs a bounded read before claiming readiness. Codex and Claude connections are verified independently.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https://github.com/toughdave/job-search/blob/main/skills/job-search/references/documents.md#quality-gate. Review the exact upload format before upload, including every page, and save its hash. Corrected files need a new review. The separately generated PDF does not prove DOCX pagination.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37652bc9694c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ba4e2e119d45e7" /><Relationship Type="http://schemas.openxmlformats.org/officeDocument/2006/relationships/slideLayout" Target="/ppt/slideLayouts/slideLayout1.xml" Id="R8e21394f4a234a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21394f4a234a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cdf1654be48a5" /><Relationship Type="http://schemas.openxmlformats.org/officeDocument/2006/relationships/hyperlink" Target="https://github.com/toughdave/job-search" TargetMode="External" Id="Rd60963ddfc054428" /><Relationship Type="http://schemas.openxmlformats.org/officeDocument/2006/relationships/notesSlide" Target="/ppt/notesSlides/notesSlide1.xml" Id="Rde2a6d1c68394b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9bf4935914a25" /><Relationship Type="http://schemas.openxmlformats.org/officeDocument/2006/relationships/hyperlink" Target="https://learn.chatgpt.com/docs/app" TargetMode="External" Id="R7cd878be02134319" /><Relationship Type="http://schemas.openxmlformats.org/officeDocument/2006/relationships/hyperlink" Target="https://learn.chatgpt.com/docs/windows/windows-app#download-the-chatgpt-desktop-app" TargetMode="External" Id="Rcedf7c26fbd24463" /><Relationship Type="http://schemas.openxmlformats.org/officeDocument/2006/relationships/hyperlink" Target="https://claude.com/download" TargetMode="External" Id="R9ab04cfcd8224a39" /><Relationship Type="http://schemas.openxmlformats.org/officeDocument/2006/relationships/hyperlink" Target="https://code.claude.com/docs/en/desktop-quickstart" TargetMode="External" Id="R466cf817e0c8449e" /><Relationship Type="http://schemas.openxmlformats.org/officeDocument/2006/relationships/notesSlide" Target="/ppt/notesSlides/notesSlide2.xml" Id="Rd1c0a679a9754b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47573423e42b0" /><Relationship Type="http://schemas.openxmlformats.org/officeDocument/2006/relationships/image" Target="/ppt/media/image.png" Id="Raf19363e43984e07" /><Relationship Type="http://schemas.openxmlformats.org/officeDocument/2006/relationships/notesSlide" Target="/ppt/notesSlides/notesSlide3.xml" Id="R7c451f8439d145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cad1cc741402e" /><Relationship Type="http://schemas.openxmlformats.org/officeDocument/2006/relationships/image" Target="/ppt/media/image2.png" Id="Rd3770f40b2c04c22" /><Relationship Type="http://schemas.openxmlformats.org/officeDocument/2006/relationships/notesSlide" Target="/ppt/notesSlides/notesSlide4.xml" Id="R5f651e75b66841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114bc65504fa7" /><Relationship Type="http://schemas.openxmlformats.org/officeDocument/2006/relationships/image" Target="/ppt/media/image3.png" Id="R991988b6d2a74da9" /><Relationship Type="http://schemas.openxmlformats.org/officeDocument/2006/relationships/notesSlide" Target="/ppt/notesSlides/notesSlide5.xml" Id="Rd30ff1e2b83845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08d1ccf1f46b3" /><Relationship Type="http://schemas.openxmlformats.org/officeDocument/2006/relationships/image" Target="/ppt/media/image4.png" Id="Ra883ebb8df5242e8" /><Relationship Type="http://schemas.openxmlformats.org/officeDocument/2006/relationships/notesSlide" Target="/ppt/notesSlides/notesSlide6.xml" Id="R4e22d6f709804a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08a1f0b7a476a" /><Relationship Type="http://schemas.openxmlformats.org/officeDocument/2006/relationships/notesSlide" Target="/ppt/notesSlides/notesSlide7.xml" Id="R61a5413ff87c49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8524b3d594bdf" /><Relationship Type="http://schemas.openxmlformats.org/officeDocument/2006/relationships/hyperlink" Target="https://github.com/toughdave/job-search#3-copy-the-start-message-then-press-send" TargetMode="External" Id="R02208fb37d834372" /><Relationship Type="http://schemas.openxmlformats.org/officeDocument/2006/relationships/notesSlide" Target="/ppt/notesSlides/notesSlide8.xml" Id="Rba72019c6bd743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ab74ba3e644de" /><Relationship Type="http://schemas.openxmlformats.org/officeDocument/2006/relationships/notesSlide" Target="/ppt/notesSlides/notesSlide9.xml" Id="R3f6ba9e753364be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315a53ab84478" /><Relationship Type="http://schemas.openxmlformats.org/officeDocument/2006/relationships/notesSlide" Target="/ppt/notesSlides/notesSlide10.xml" Id="Rbb158ce5019e44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5f5a8d1c54702" /><Relationship Type="http://schemas.openxmlformats.org/officeDocument/2006/relationships/hyperlink" Target="https://github.com/toughdave/job-search/blob/main/skills/job-search/references/mail.md" TargetMode="External" Id="Raad4acad6e9d47c4" /><Relationship Type="http://schemas.openxmlformats.org/officeDocument/2006/relationships/notesSlide" Target="/ppt/notesSlides/notesSlide11.xml" Id="R556c4a9809f24a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a2c2057a140d3" /><Relationship Type="http://schemas.openxmlformats.org/officeDocument/2006/relationships/notesSlide" Target="/ppt/notesSlides/notesSlide12.xml" Id="R03d71c3d4b684c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295705b744a60" /><Relationship Type="http://schemas.openxmlformats.org/officeDocument/2006/relationships/hyperlink" Target="https://github.com/toughdave/job-search#your-weekday-morning-search" TargetMode="External" Id="Rb95c5e9ef9a24d77" /><Relationship Type="http://schemas.openxmlformats.org/officeDocument/2006/relationships/notesSlide" Target="/ppt/notesSlides/notesSlide13.xml" Id="R887f77c0e5e74f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afae7eb274132" /><Relationship Type="http://schemas.openxmlformats.org/officeDocument/2006/relationships/notesSlide" Target="/ppt/notesSlides/notesSlide14.xml" Id="R3901e4afe3174c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62fb47bbc4b88" /><Relationship Type="http://schemas.openxmlformats.org/officeDocument/2006/relationships/notesSlide" Target="/ppt/notesSlides/notesSlide15.xml" Id="Re8e5acb331fd43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816cc1fcd4252" /><Relationship Type="http://schemas.openxmlformats.org/officeDocument/2006/relationships/notesSlide" Target="/ppt/notesSlides/notesSlide16.xml" Id="R3a39b3439d8f4ee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cf57be4c143c2" /><Relationship Type="http://schemas.openxmlformats.org/officeDocument/2006/relationships/notesSlide" Target="/ppt/notesSlides/notesSlide17.xml" Id="Rb5fadadfd3da43c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0f28369864ff6" /><Relationship Type="http://schemas.openxmlformats.org/officeDocument/2006/relationships/hyperlink" Target="https://github.com/toughdave/job-search" TargetMode="External" Id="Rd9ed38d3b5b04118" /><Relationship Type="http://schemas.openxmlformats.org/officeDocument/2006/relationships/notesSlide" Target="/ppt/notesSlides/notesSlide18.xml" Id="Rbd9996a05d8048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60963ddfc054428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7cd878be02134319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edf7c26fbd24463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ab04cfcd8224a39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466cf817e0c8449e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9363e43984e07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70f40b2c04c22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988b6d2a74da9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3ebb8df5242e8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02208fb37d834372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prerequisites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local project with file access and an internet connection.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app needs an account that can use local projects.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3.9+ and installs the document packages.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Node.js 22.20+ is only needed for the optional terminal installer.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records stay in the project. Software stays in a local cache.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Ask the AI to preview that cache if you want to remove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Word uploads also need a DOCX renderer, such as Word or LibreOffice.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Optional inbox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Confirm the email you use for applications.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Choose whether the AI may check job-related replies.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When prompted, connect Gmail in your AI app.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Sign in to the Google account you chose.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the connected address and read access.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It waits if the account is wrong or unavailable.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can choose no or later and still prepare resumes and find jobs.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Sending email and changing your calendar need separate permission.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aad4acad6e9d47c4"/>
              </a:rPr>
              <a:t>Detailed connection steps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95c5e9ef9a24d77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Before any upload, the AI visually inspects every page of the actual file.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It checks spacing, alignment, clipping and page breaks.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Word upload needs a preview rendered from that exact DOCX.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visual review is unavailable, the file stays a draft and upload waits.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After corrections, the AI checks the new file again. You approve final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skill is missing, start a new session in this project, then try again.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project. A new conversation is fine.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9ed38d3b5b04118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2026-09-14T06:13:25.3410000Z</dcterms:created>
  <dcterms:modified xsi:type="dcterms:W3CDTF">2026-09-14T06:13:25.3410000Z</dcterms:modified>
</coreProperties>
</file>