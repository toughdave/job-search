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67eaec19ff4b66" /><Relationship Type="http://schemas.openxmlformats.org/officeDocument/2006/relationships/extended-properties" Target="/docProps/app.xml" Id="R84ca5763428948ce" /><Relationship Type="http://schemas.openxmlformats.org/officeDocument/2006/relationships/officeDocument" Target="/ppt/presentation.xml" Id="Rfb6db5175a7744a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b659f9b30d4f08"/>
  </p:sldMasterIdLst>
  <p:notesMasterIdLst>
    <p:notesMasterId xmlns:r="http://schemas.openxmlformats.org/officeDocument/2006/relationships" r:id="Ra9b9f0e904cd4d7b"/>
  </p:notesMasterIdLst>
  <p:sldIdLst>
    <p:sldId xmlns:r="http://schemas.openxmlformats.org/officeDocument/2006/relationships" id="256" r:id="R7e701d9a1cac4a88"/>
    <p:sldId xmlns:r="http://schemas.openxmlformats.org/officeDocument/2006/relationships" id="257" r:id="R24e0e1d9b14e48a1"/>
    <p:sldId xmlns:r="http://schemas.openxmlformats.org/officeDocument/2006/relationships" id="258" r:id="R044b24acd7804129"/>
    <p:sldId xmlns:r="http://schemas.openxmlformats.org/officeDocument/2006/relationships" id="259" r:id="Rd8fa7c8e54a44193"/>
    <p:sldId xmlns:r="http://schemas.openxmlformats.org/officeDocument/2006/relationships" id="260" r:id="R377fb9f920c44e03"/>
    <p:sldId xmlns:r="http://schemas.openxmlformats.org/officeDocument/2006/relationships" id="261" r:id="R37c147de3c334027"/>
    <p:sldId xmlns:r="http://schemas.openxmlformats.org/officeDocument/2006/relationships" id="262" r:id="R30d6b4f98a5c4382"/>
    <p:sldId xmlns:r="http://schemas.openxmlformats.org/officeDocument/2006/relationships" id="263" r:id="R077a186a74a4409e"/>
    <p:sldId xmlns:r="http://schemas.openxmlformats.org/officeDocument/2006/relationships" id="264" r:id="Rbbd9ccf3ba664c88"/>
    <p:sldId xmlns:r="http://schemas.openxmlformats.org/officeDocument/2006/relationships" id="265" r:id="R6e5bca785d794bee"/>
    <p:sldId xmlns:r="http://schemas.openxmlformats.org/officeDocument/2006/relationships" id="266" r:id="R6e7dc035f66a485d"/>
    <p:sldId xmlns:r="http://schemas.openxmlformats.org/officeDocument/2006/relationships" id="267" r:id="Rdde67953d3b24914"/>
    <p:sldId xmlns:r="http://schemas.openxmlformats.org/officeDocument/2006/relationships" id="268" r:id="R702b8d1e8cb94ddb"/>
    <p:sldId xmlns:r="http://schemas.openxmlformats.org/officeDocument/2006/relationships" id="269" r:id="R579dabd68f2a460f"/>
    <p:sldId xmlns:r="http://schemas.openxmlformats.org/officeDocument/2006/relationships" id="270" r:id="R2639f3497d9c41bf"/>
    <p:sldId xmlns:r="http://schemas.openxmlformats.org/officeDocument/2006/relationships" id="271" r:id="R39189add30e7491c"/>
    <p:sldId xmlns:r="http://schemas.openxmlformats.org/officeDocument/2006/relationships" id="272" r:id="Rde2047f4ef9c498a"/>
    <p:sldId xmlns:r="http://schemas.openxmlformats.org/officeDocument/2006/relationships" id="273" r:id="Rf373847a3a484dc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6b3234440b84e67" /><Relationship Type="http://schemas.openxmlformats.org/officeDocument/2006/relationships/slideMaster" Target="/ppt/slideMasters/slideMaster1.xml" Id="R1bb659f9b30d4f08" /><Relationship Type="http://schemas.openxmlformats.org/officeDocument/2006/relationships/notesMaster" Target="/ppt/notesMasters/notesMaster1.xml" Id="Ra9b9f0e904cd4d7b" /><Relationship Type="http://schemas.openxmlformats.org/officeDocument/2006/relationships/presProps" Target="/ppt/presProps.xml" Id="Rc103019ebf724f93" /><Relationship Type="http://schemas.openxmlformats.org/officeDocument/2006/relationships/tableStyles" Target="/ppt/tableStyles.xml" Id="Rb1f296b796d24cef" /><Relationship Type="http://schemas.openxmlformats.org/officeDocument/2006/relationships/slide" Target="/ppt/slides/slide1.xml" Id="R7e701d9a1cac4a88" /><Relationship Type="http://schemas.openxmlformats.org/officeDocument/2006/relationships/slide" Target="/ppt/slides/slide2.xml" Id="R24e0e1d9b14e48a1" /><Relationship Type="http://schemas.openxmlformats.org/officeDocument/2006/relationships/slide" Target="/ppt/slides/slide3.xml" Id="R044b24acd7804129" /><Relationship Type="http://schemas.openxmlformats.org/officeDocument/2006/relationships/slide" Target="/ppt/slides/slide4.xml" Id="Rd8fa7c8e54a44193" /><Relationship Type="http://schemas.openxmlformats.org/officeDocument/2006/relationships/slide" Target="/ppt/slides/slide5.xml" Id="R377fb9f920c44e03" /><Relationship Type="http://schemas.openxmlformats.org/officeDocument/2006/relationships/slide" Target="/ppt/slides/slide6.xml" Id="R37c147de3c334027" /><Relationship Type="http://schemas.openxmlformats.org/officeDocument/2006/relationships/slide" Target="/ppt/slides/slide7.xml" Id="R30d6b4f98a5c4382" /><Relationship Type="http://schemas.openxmlformats.org/officeDocument/2006/relationships/slide" Target="/ppt/slides/slide8.xml" Id="R077a186a74a4409e" /><Relationship Type="http://schemas.openxmlformats.org/officeDocument/2006/relationships/slide" Target="/ppt/slides/slide9.xml" Id="Rbbd9ccf3ba664c88" /><Relationship Type="http://schemas.openxmlformats.org/officeDocument/2006/relationships/slide" Target="/ppt/slides/slide10.xml" Id="R6e5bca785d794bee" /><Relationship Type="http://schemas.openxmlformats.org/officeDocument/2006/relationships/slide" Target="/ppt/slides/slide11.xml" Id="R6e7dc035f66a485d" /><Relationship Type="http://schemas.openxmlformats.org/officeDocument/2006/relationships/slide" Target="/ppt/slides/slide12.xml" Id="Rdde67953d3b24914" /><Relationship Type="http://schemas.openxmlformats.org/officeDocument/2006/relationships/slide" Target="/ppt/slides/slide13.xml" Id="R702b8d1e8cb94ddb" /><Relationship Type="http://schemas.openxmlformats.org/officeDocument/2006/relationships/slide" Target="/ppt/slides/slide14.xml" Id="R579dabd68f2a460f" /><Relationship Type="http://schemas.openxmlformats.org/officeDocument/2006/relationships/slide" Target="/ppt/slides/slide15.xml" Id="R2639f3497d9c41bf" /><Relationship Type="http://schemas.openxmlformats.org/officeDocument/2006/relationships/slide" Target="/ppt/slides/slide16.xml" Id="R39189add30e7491c" /><Relationship Type="http://schemas.openxmlformats.org/officeDocument/2006/relationships/slide" Target="/ppt/slides/slide17.xml" Id="Rde2047f4ef9c498a" /><Relationship Type="http://schemas.openxmlformats.org/officeDocument/2006/relationships/slide" Target="/ppt/slides/slide18.xml" Id="Rf373847a3a484d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69f9b1368554c2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f32f6167a4b4756" /><Relationship Type="http://schemas.openxmlformats.org/officeDocument/2006/relationships/notesMaster" Target="/ppt/notesMasters/notesMaster1.xml" Id="Raea3584bacea498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2afbbfe0e0e48eb" /><Relationship Type="http://schemas.openxmlformats.org/officeDocument/2006/relationships/notesMaster" Target="/ppt/notesMasters/notesMaster1.xml" Id="Rb8a8d675f7404e3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4216a9319f41e1" /><Relationship Type="http://schemas.openxmlformats.org/officeDocument/2006/relationships/notesMaster" Target="/ppt/notesMasters/notesMaster1.xml" Id="Rca2e273f2e9542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fedb9bec4f44644" /><Relationship Type="http://schemas.openxmlformats.org/officeDocument/2006/relationships/notesMaster" Target="/ppt/notesMasters/notesMaster1.xml" Id="Raaa3967dd1834c7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83fb96ffd6e84097" /><Relationship Type="http://schemas.openxmlformats.org/officeDocument/2006/relationships/notesMaster" Target="/ppt/notesMasters/notesMaster1.xml" Id="Ra6f8f414f165434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9a6a4058054a32" /><Relationship Type="http://schemas.openxmlformats.org/officeDocument/2006/relationships/notesMaster" Target="/ppt/notesMasters/notesMaster1.xml" Id="Re970368a73bd433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13c0a8e4604cf5" /><Relationship Type="http://schemas.openxmlformats.org/officeDocument/2006/relationships/notesMaster" Target="/ppt/notesMasters/notesMaster1.xml" Id="R16f5c36d1cf0428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1b7183dad048b1" /><Relationship Type="http://schemas.openxmlformats.org/officeDocument/2006/relationships/notesMaster" Target="/ppt/notesMasters/notesMaster1.xml" Id="Rcae48973b6f843e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fe0ef32ea345d9" /><Relationship Type="http://schemas.openxmlformats.org/officeDocument/2006/relationships/notesMaster" Target="/ppt/notesMasters/notesMaster1.xml" Id="Rbeadeb4aacc34bc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1b62abcd48b405e" /><Relationship Type="http://schemas.openxmlformats.org/officeDocument/2006/relationships/notesMaster" Target="/ppt/notesMasters/notesMaster1.xml" Id="R6b6b53c9437342a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9435b1d41ae4817" /><Relationship Type="http://schemas.openxmlformats.org/officeDocument/2006/relationships/notesMaster" Target="/ppt/notesMasters/notesMaster1.xml" Id="Ra5419fb42e2b49c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03dfc268074bd7" /><Relationship Type="http://schemas.openxmlformats.org/officeDocument/2006/relationships/notesMaster" Target="/ppt/notesMasters/notesMaster1.xml" Id="Ref52de0adc494d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0449ba6dac74594" /><Relationship Type="http://schemas.openxmlformats.org/officeDocument/2006/relationships/notesMaster" Target="/ppt/notesMasters/notesMaster1.xml" Id="R7063401fa09e450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2b17041f7554486" /><Relationship Type="http://schemas.openxmlformats.org/officeDocument/2006/relationships/notesMaster" Target="/ppt/notesMasters/notesMaster1.xml" Id="R1e25b194c3d941a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75bf4792ed24ed0" /><Relationship Type="http://schemas.openxmlformats.org/officeDocument/2006/relationships/notesMaster" Target="/ppt/notesMasters/notesMaster1.xml" Id="Rfee45d3cfef9454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34b2ac472bb4bde" /><Relationship Type="http://schemas.openxmlformats.org/officeDocument/2006/relationships/notesMaster" Target="/ppt/notesMasters/notesMaster1.xml" Id="R9a08e12aa9fa4492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7495f0d518d493e" /><Relationship Type="http://schemas.openxmlformats.org/officeDocument/2006/relationships/notesMaster" Target="/ppt/notesMasters/notesMaster1.xml" Id="R12900fbabb2e420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278725e225b4024" /><Relationship Type="http://schemas.openxmlformats.org/officeDocument/2006/relationships/notesMaster" Target="/ppt/notesMasters/notesMaster1.xml" Id="R9260a34e85dd463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Start here: https://github.com/toughdave/job-search</a:t>
            </a:r>
          </a:p>
          <a:p xmlns:a="http://schemas.openxmlformats.org/drawingml/2006/main">
            <a:r>
              <a:t>A guide to skill version 1.4.0, checked 12 September 2026. The AI needs local file access and the candidate’s real answers.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download and setup sources: https://learn.chatgpt.com/docs/app</a:t>
            </a:r>
          </a:p>
          <a:p xmlns:a="http://schemas.openxmlformats.org/drawingml/2006/main">
            <a:r>
              <a:t>https://learn.chatgpt.com/docs/windows/windows-app#download-the-chatgpt-desktop-app</a:t>
            </a:r>
          </a:p>
          <a:p xmlns:a="http://schemas.openxmlformats.org/drawingml/2006/main">
            <a:r>
              <a:t>https://claude.com/download</a:t>
            </a:r>
          </a:p>
          <a:p xmlns:a="http://schemas.openxmlformats.org/drawingml/2006/main">
            <a:r>
              <a:t>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docs/images/codex-choose-project.png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Screenshot supplied by the repository owner: docs/images/codex-create-project.png</a:t>
            </a:r>
          </a:p>
          <a:p xmlns:a="http://schemas.openxmlformats.org/drawingml/2006/main">
            <a:r>
              <a:t>Claude setup: https://code.claude.com/docs/en/desktop-quickstart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https://learn.chatgpt.com/docs/agent-approvals-security</a:t>
            </a:r>
          </a:p>
          <a:p xmlns:a="http://schemas.openxmlformats.org/drawingml/2006/main">
            <a:r>
              <a:t>Screenshot supplied by the repository owner: docs/images/codex-permissions.png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https://code.claude.com/docs/en/desktop#choose-a-permission-mode</a:t>
            </a:r>
          </a:p>
          <a:p xmlns:a="http://schemas.openxmlformats.org/drawingml/2006/main">
            <a:r>
              <a:t>Screenshot supplied by the repository owner: docs/images/claude-permissions.png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https://github.com/toughdave/job-search/blob/main/docs/setup.md#prerequisites-and-dependencies. The AI prefers a maintained Python 3.12+ for new setup. Packages: python-docx, ReportLab, pypdf, pypdfium2 and tzdata. Download-and-copy does not require Node or Git. Cleanup requires a preview and candidate approval.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Scheduling sources: https://learn.chatgpt.com/docs/automations</a:t>
            </a:r>
          </a:p>
          <a:p xmlns:a="http://schemas.openxmlformats.org/drawingml/2006/main">
            <a:r>
              <a:t>https://code.claude.com/docs/en/desktop-scheduled-tasks</a:t>
            </a:r>
          </a:p>
          <a:p xmlns:a="http://schemas.openxmlformats.org/drawingml/2006/main">
            <a:r>
              <a:t>https://code.claude.com/docs/en/scheduled-tasks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https://github.com/toughdave/job-search/blob/main/skills/job-search/references/document-format.md. Employer count alone does not determine length. The AI records the exact approval and scope, checks employer instructions and current destination guidance, and inspects the actual exported pages.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https://github.com/toughdave/job-search/blob/main/skills/job-search/references/documents.md#quality-gate. Review the exact upload format before upload, including every page, and save its hash. Corrected files need a new review. The separately generated PDF does not prove DOCX pagination.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Official invocation sources: https://learn.chatgpt.com/docs/build-skills#how-chatgpt-and-codex-use-skills</a:t>
            </a:r>
          </a:p>
          <a:p xmlns:a="http://schemas.openxmlformats.org/drawingml/2006/main">
            <a:r>
              <a:t>https://code.claude.com/docs/en/skills</a:t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r>
              <a:t>Workflow source: https://github.com/toughdave/job-search</a:t>
            </a:r>
          </a:p>
          <a:p xmlns:a="http://schemas.openxmlformats.org/drawingml/2006/main">
            <a:r>
              <a:t>Guide checked 12 September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https://github.com/toughdave/job-search/blob/main/skills/job-search/references/mail.md ; https://code.claude.com/docs/en/desktop ; https://support.claude.com/en/articles/10166901-use-google-workspace-connectors ; https://learn.chatgpt.com/docs/plugins . Setup saves the chosen application mailbox and read scope. The candidate completes sign-in. The AI checks the actual authenticated identity and performs a bounded read before claiming readiness. Codex and Claude connections are verified independently.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53dba3dce3d47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2ab27be8d24caf" /><Relationship Type="http://schemas.openxmlformats.org/officeDocument/2006/relationships/slideLayout" Target="/ppt/slideLayouts/slideLayout1.xml" Id="R3fa602ef77bf446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fa602ef77bf446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e7edfddebc402c" /><Relationship Type="http://schemas.openxmlformats.org/officeDocument/2006/relationships/hyperlink" Target="https://github.com/toughdave/job-search" TargetMode="External" Id="Rbdf47d184a7842f8" /><Relationship Type="http://schemas.openxmlformats.org/officeDocument/2006/relationships/notesSlide" Target="/ppt/notesSlides/notesSlide1.xml" Id="R9efa03c6e4f747d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2e35c3f2bf54103" /><Relationship Type="http://schemas.openxmlformats.org/officeDocument/2006/relationships/hyperlink" Target="https://learn.chatgpt.com/docs/app" TargetMode="External" Id="R9aef0ee541774032" /><Relationship Type="http://schemas.openxmlformats.org/officeDocument/2006/relationships/hyperlink" Target="https://learn.chatgpt.com/docs/windows/windows-app#download-the-chatgpt-desktop-app" TargetMode="External" Id="R829ee42eee1740a5" /><Relationship Type="http://schemas.openxmlformats.org/officeDocument/2006/relationships/hyperlink" Target="https://claude.com/download" TargetMode="External" Id="Rd7f9c94a852f4817" /><Relationship Type="http://schemas.openxmlformats.org/officeDocument/2006/relationships/hyperlink" Target="https://code.claude.com/docs/en/desktop-quickstart" TargetMode="External" Id="R76cc43b3bf244913" /><Relationship Type="http://schemas.openxmlformats.org/officeDocument/2006/relationships/notesSlide" Target="/ppt/notesSlides/notesSlide2.xml" Id="R9d7207493a42449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f08ed7d2fb4785" /><Relationship Type="http://schemas.openxmlformats.org/officeDocument/2006/relationships/image" Target="/ppt/media/image.png" Id="R0161151bea844c53" /><Relationship Type="http://schemas.openxmlformats.org/officeDocument/2006/relationships/notesSlide" Target="/ppt/notesSlides/notesSlide3.xml" Id="Re97162697f5949f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415175d38e498c" /><Relationship Type="http://schemas.openxmlformats.org/officeDocument/2006/relationships/image" Target="/ppt/media/image2.png" Id="R00a043beeac74082" /><Relationship Type="http://schemas.openxmlformats.org/officeDocument/2006/relationships/notesSlide" Target="/ppt/notesSlides/notesSlide4.xml" Id="Rb02a59bcc376473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b439b0fc424475" /><Relationship Type="http://schemas.openxmlformats.org/officeDocument/2006/relationships/image" Target="/ppt/media/image3.png" Id="Rbecfc23e36c9402e" /><Relationship Type="http://schemas.openxmlformats.org/officeDocument/2006/relationships/notesSlide" Target="/ppt/notesSlides/notesSlide5.xml" Id="R2a5070b2722c46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a0277b9285e48b6" /><Relationship Type="http://schemas.openxmlformats.org/officeDocument/2006/relationships/image" Target="/ppt/media/image4.png" Id="Rd5d176f873ae41fc" /><Relationship Type="http://schemas.openxmlformats.org/officeDocument/2006/relationships/notesSlide" Target="/ppt/notesSlides/notesSlide6.xml" Id="R67ee39bfcf34433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b1d0e149884fa9" /><Relationship Type="http://schemas.openxmlformats.org/officeDocument/2006/relationships/notesSlide" Target="/ppt/notesSlides/notesSlide7.xml" Id="R5ca32d4cf52b434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89ed05ccf94525" /><Relationship Type="http://schemas.openxmlformats.org/officeDocument/2006/relationships/hyperlink" Target="https://github.com/toughdave/job-search#3-copy-the-start-message-then-press-send" TargetMode="External" Id="R35ef951d49964874" /><Relationship Type="http://schemas.openxmlformats.org/officeDocument/2006/relationships/notesSlide" Target="/ppt/notesSlides/notesSlide8.xml" Id="R9081820026814ab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d6917faa9f4c4d" /><Relationship Type="http://schemas.openxmlformats.org/officeDocument/2006/relationships/notesSlide" Target="/ppt/notesSlides/notesSlide9.xml" Id="Rc22017a1eeae412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15e6d1e9994759" /><Relationship Type="http://schemas.openxmlformats.org/officeDocument/2006/relationships/notesSlide" Target="/ppt/notesSlides/notesSlide10.xml" Id="Rc63f09f7859c41b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76f2d88b1248d7" /><Relationship Type="http://schemas.openxmlformats.org/officeDocument/2006/relationships/notesSlide" Target="/ppt/notesSlides/notesSlide11.xml" Id="R31658930ad6b41c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6957bf5a274f0e" /><Relationship Type="http://schemas.openxmlformats.org/officeDocument/2006/relationships/hyperlink" Target="https://github.com/toughdave/job-search#your-weekday-morning-search" TargetMode="External" Id="Re1e0d3fe41a9444d" /><Relationship Type="http://schemas.openxmlformats.org/officeDocument/2006/relationships/notesSlide" Target="/ppt/notesSlides/notesSlide12.xml" Id="R116da935bbf64d10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0a0cf3dd664fd7" /><Relationship Type="http://schemas.openxmlformats.org/officeDocument/2006/relationships/notesSlide" Target="/ppt/notesSlides/notesSlide13.xml" Id="Rc732b432c26241a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884f2e646f547e4" /><Relationship Type="http://schemas.openxmlformats.org/officeDocument/2006/relationships/notesSlide" Target="/ppt/notesSlides/notesSlide14.xml" Id="R41403febf2fd43c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5e18d9911d48b8" /><Relationship Type="http://schemas.openxmlformats.org/officeDocument/2006/relationships/notesSlide" Target="/ppt/notesSlides/notesSlide15.xml" Id="Rb8eb69288b5544d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a570e0bb504075" /><Relationship Type="http://schemas.openxmlformats.org/officeDocument/2006/relationships/notesSlide" Target="/ppt/notesSlides/notesSlide16.xml" Id="R5cf69927e3604a9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8df93a6c7141f0" /><Relationship Type="http://schemas.openxmlformats.org/officeDocument/2006/relationships/hyperlink" Target="https://github.com/toughdave/job-search" TargetMode="External" Id="R4cd4d2efe0214bc8" /><Relationship Type="http://schemas.openxmlformats.org/officeDocument/2006/relationships/notesSlide" Target="/ppt/notesSlides/notesSlide17.xml" Id="R12a97eb749ed4b0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b1e167303d4263" /><Relationship Type="http://schemas.openxmlformats.org/officeDocument/2006/relationships/hyperlink" Target="https://github.com/toughdave/job-search/blob/main/skills/job-search/references/mail.md" TargetMode="External" Id="R286e30ae33a442f5" /><Relationship Type="http://schemas.openxmlformats.org/officeDocument/2006/relationships/notesSlide" Target="/ppt/notesSlides/notesSlide18.xml" Id="R518095e458fe441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404907-B2A8-4ADD-958B-AA50CE22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002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0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60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Job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4BD242-287D-46BC-B7C7-DF9216C86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short guide for Codex and Claude Code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95FE4A-088C-466D-A72C-C7AD2ECE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48100"/>
            <a:ext cx="10191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helps organize the search.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 review the facts and documents.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1CE51E-F9C1-43E1-BCF3-1EA6F06D6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62600"/>
            <a:ext cx="666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bdf47d184a7842f8"/>
              </a:rPr>
              <a:t>Open the GitHub guide</a:t>
            </a:r>
          </a:p>
        </p:txBody>
      </p:sp>
    </p:spTree>
    <p:extLst>
      <p:ext uri="{BB962C8B-B14F-4D97-AF65-F5344CB8AC3E}">
        <p14:creationId xmlns:p14="http://schemas.microsoft.com/office/powerpoint/2010/main" val="19225237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228F53-2C38-45C4-BEA0-C80ED7C47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1. Open your AI app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7FE57E-EA2C-4335-AEFF-7E829B81A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6817B8-761A-47A4-96EA-13EB7AB00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204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one desktop app and sign in.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A1C606-F286-4881-B866-CA232EEF8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76475"/>
            <a:ext cx="5048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6FCEB7E-B649-4DFF-8DE0-DF322FAF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52750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the ChatGPT desktop app,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choose Codex inside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2A819-A131-44D0-9B29-56046CCA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624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9aef0ee541774032"/>
              </a:rPr>
              <a:t>Mac download page (Apple Silicon)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15BB48-48E4-4DC4-95DE-AAC810E7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829ee42eee1740a5"/>
              </a:rPr>
              <a:t>Windows download page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B771EF-A279-4708-8C20-CD339E7BE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276475"/>
            <a:ext cx="514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6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B9B629-4107-46C7-9174-2FE3C1B0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952750"/>
            <a:ext cx="5143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Download Claude, then open Code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and select Local.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F05D02-7E84-49F2-8C84-954D6CB6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624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d7f9c94a852f4817"/>
              </a:rPr>
              <a:t>Mac or Windows downloads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4CBCB5-E514-4430-AEC5-C8A8147FA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657725"/>
            <a:ext cx="51911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76cc43b3bf244913"/>
              </a:rPr>
              <a:t>Claude Code setup and account requirements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E968CB-FD5B-464A-8E63-ED0C9E25F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Already installed? Continue to your project. Labels and availability can vary by version.</a:t>
            </a:r>
          </a:p>
        </p:txBody>
      </p:sp>
    </p:spTree>
    <p:extLst>
      <p:ext uri="{BB962C8B-B14F-4D97-AF65-F5344CB8AC3E}">
        <p14:creationId xmlns:p14="http://schemas.microsoft.com/office/powerpoint/2010/main" val="19212877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A9D3AA1-6D5F-4B75-B221-43E26059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a. Choose your project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1D59EC-4DA1-4A31-90FA-45C4C2AE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20028C5-B582-4AE2-9238-162ECEDF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38275"/>
            <a:ext cx="10820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Codex, click Choose project above the message box.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1151bea844c53"/>
          <a:stretch xmlns:a="http://schemas.openxmlformats.org/drawingml/2006/main"/>
        </p:blipFill>
        <p:spPr>
          <a:xfrm xmlns:a="http://schemas.openxmlformats.org/drawingml/2006/main">
            <a:off x="611476" y="2505075"/>
            <a:ext cx="10969048" cy="25431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B2B2C4-C936-40F3-A8D3-5E2C6960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62575"/>
            <a:ext cx="10820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an existing job-search project, or create a new one.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dedicated folder such as My Job Search.</a:t>
            </a:r>
          </a:p>
        </p:txBody>
      </p:sp>
    </p:spTree>
    <p:extLst>
      <p:ext uri="{BB962C8B-B14F-4D97-AF65-F5344CB8AC3E}">
        <p14:creationId xmlns:p14="http://schemas.microsoft.com/office/powerpoint/2010/main" val="3010491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34819-0EE8-41C1-8145-ECBE6A17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b. Select or create your folder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ABF7D7-E5CA-41B3-9370-448EC5BA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496778-3D23-41A7-B36A-3294BA47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In Codex Create project: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A979-39F9-4528-A8CC-4DC06353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4524375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Enter My Job Search.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Under Source folders, click Add.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your folder, then click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project.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0DB2D-A508-4A39-8F61-D931312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7700"/>
            <a:ext cx="4524375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Need a new folder?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Create it in Documents using</a:t>
            </a:r>
          </a:p>
          <a:p xmlns:a="http://schemas.openxmlformats.org/drawingml/2006/main">
            <a:pPr>
              <a:buNone/>
              <a:defRPr sz="202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File Explorer or Finder first.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a043beeac74082"/>
          <a:stretch xmlns:a="http://schemas.openxmlformats.org/drawingml/2006/main"/>
        </p:blipFill>
        <p:spPr>
          <a:xfrm xmlns:a="http://schemas.openxmlformats.org/drawingml/2006/main">
            <a:off x="5430273" y="1524000"/>
            <a:ext cx="6151104" cy="38671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180632-EEA8-4B60-AC78-D2F8BB966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5686425"/>
            <a:ext cx="61531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Claude Code: Local, then Select folder.</a:t>
            </a:r>
          </a:p>
        </p:txBody>
      </p:sp>
    </p:spTree>
    <p:extLst>
      <p:ext uri="{BB962C8B-B14F-4D97-AF65-F5344CB8AC3E}">
        <p14:creationId xmlns:p14="http://schemas.microsoft.com/office/powerpoint/2010/main" val="3899594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19B5501-EECD-4EB1-B783-6F22F1D1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c. Codex: Full access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64E738-20EB-42AE-B2E1-B3A8A372B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7BDE0C-0EEF-4ED2-8875-2B92B438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85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permission label below your message.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Select Full access, as shown.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fc23e36c9402e"/>
          <a:stretch xmlns:a="http://schemas.openxmlformats.org/drawingml/2006/main"/>
        </p:blipFill>
        <p:spPr>
          <a:xfrm xmlns:a="http://schemas.openxmlformats.org/drawingml/2006/main">
            <a:off x="616284" y="2362200"/>
            <a:ext cx="10959433" cy="311467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75542F-0D8C-46E9-A276-25490CF05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245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Full access allows internet and file access across your computer,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including files outside the selected project.</a:t>
            </a:r>
          </a:p>
        </p:txBody>
      </p:sp>
    </p:spTree>
    <p:extLst>
      <p:ext uri="{BB962C8B-B14F-4D97-AF65-F5344CB8AC3E}">
        <p14:creationId xmlns:p14="http://schemas.microsoft.com/office/powerpoint/2010/main" val="202508466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70B76E-DD49-4DFB-B2F5-237100AB2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d. Claude Code: Auto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B77A22-C5C8-495C-AAC4-116C49B83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A85112-206C-4156-8A2F-876A0F505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Click the mode label below your message. Select Auto.</a:t>
            </a:r>
          </a:p>
        </p:txBody>
      </p:sp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d176f873ae41fc"/>
          <a:stretch xmlns:a="http://schemas.openxmlformats.org/drawingml/2006/main"/>
        </p:blipFill>
        <p:spPr>
          <a:xfrm xmlns:a="http://schemas.openxmlformats.org/drawingml/2006/main">
            <a:off x="1143000" y="2154114"/>
            <a:ext cx="9906000" cy="342607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C9D948-94E4-42B4-AE28-149A9E92A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00725"/>
            <a:ext cx="10934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Claude handles permission decisions with background safety checks.</a:t>
            </a:r>
          </a:p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Some actions can still require your input.</a:t>
            </a:r>
          </a:p>
        </p:txBody>
      </p:sp>
    </p:spTree>
    <p:extLst>
      <p:ext uri="{BB962C8B-B14F-4D97-AF65-F5344CB8AC3E}">
        <p14:creationId xmlns:p14="http://schemas.microsoft.com/office/powerpoint/2010/main" val="88264414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99873CB-E3FF-4A32-8D3D-52B39D02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2. Your resume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647B76-A8C3-4FC0-B7CB-B5330DDA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5FD4D7-2672-4A13-9C62-3CC32FC9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have one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7920-D854-4952-9E1D-9972983A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Attach your PDF or Word file before sending the first message.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attachments are unavailable, paste its full file location.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E659-22D0-424F-A2AB-7559C211B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29025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you do not have 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3B98FC-5BC8-4EEC-94EC-156C8DB12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57675"/>
            <a:ext cx="108204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Add: “I do not have a resume yet. Help me build one.”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5E6C64-5B77-479E-93A9-BC935C0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29275"/>
            <a:ext cx="108394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Add your LinkedIn URL too. The AI can reconcile profile details with your records.</a:t>
            </a:r>
          </a:p>
        </p:txBody>
      </p:sp>
    </p:spTree>
    <p:extLst>
      <p:ext uri="{BB962C8B-B14F-4D97-AF65-F5344CB8AC3E}">
        <p14:creationId xmlns:p14="http://schemas.microsoft.com/office/powerpoint/2010/main" val="109245826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7191AB-EE0A-4D06-8E69-83C29F342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3. Your first message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EF1AA-FAC2-49F8-8E83-90F17478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05A233-C7CC-4E3B-B13D-E8DC1B022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0858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Copy both lines into the same message box as your resume: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3616AC-F1BB-4CD7-BA84-4EE26B811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Install https://github.com/toughdave/job-search for this project.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Then use job-search to start my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4A3C50-E8F9-4624-925E-4E928FA4F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62475"/>
            <a:ext cx="108585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your resume location or no-resume sentence if needed.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Press Send once. Follow any installation approval or restart request.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AFAACC-D536-4186-B98C-BC589C94E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571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35ef951d49964874"/>
              </a:rPr>
              <a:t>Copy from the README</a:t>
            </a:r>
          </a:p>
        </p:txBody>
      </p:sp>
    </p:spTree>
    <p:extLst>
      <p:ext uri="{BB962C8B-B14F-4D97-AF65-F5344CB8AC3E}">
        <p14:creationId xmlns:p14="http://schemas.microsoft.com/office/powerpoint/2010/main" val="9673842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78E64F-2881-4536-825F-C7EE8249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Software prerequisites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31A19B-3CC5-4351-A103-EFEC84606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E83B1A-A02A-486B-B2CA-1FDC7342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a local project with file access and an internet connection.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AI app needs an account that can use local projects.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0BFAC84-0CC4-46D6-ADEC-01EDAD91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7657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Python 3.9+ and installs the document packages.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Node.js 22.20+ is only needed for the optional terminal installer.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A54DAE-2D8D-4F3A-AC6C-9C9D0355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57725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records stay in the project. Software stays in a local cache.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Ask the AI to preview that cache if you want to remove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FB7D96-FFB8-408C-B3BC-1E0EF986C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Word uploads also need a DOCX renderer, such as Word or LibreOffice.</a:t>
            </a:r>
          </a:p>
        </p:txBody>
      </p:sp>
    </p:spTree>
    <p:extLst>
      <p:ext uri="{BB962C8B-B14F-4D97-AF65-F5344CB8AC3E}">
        <p14:creationId xmlns:p14="http://schemas.microsoft.com/office/powerpoint/2010/main" val="68705417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C103AD-EB4D-434A-B73C-419B756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4. A short conversation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2FA5F9-A6A3-477B-9EBA-BBF63463B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0FE3D5-F5A3-4B6A-AB57-61921D53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saves each question, asks it, and waits for your answer.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06B18-7355-4368-A961-3F52136F9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24125"/>
            <a:ext cx="10858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1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87F73"/>
                </a:solidFill>
                <a:latin typeface="Arial"/>
                <a:ea typeface="Arial"/>
                <a:cs typeface="Arial"/>
              </a:rPr>
              <a:t>Example: Cedar Clinic, Office Assistant, 2022-2024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397D8-E2CE-4211-93DF-B7218A1D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14675"/>
            <a:ext cx="10858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“At Cedar Clinic, tell me about one scheduling</a:t>
            </a:r>
          </a:p>
          <a:p xmlns:a="http://schemas.openxmlformats.org/drawingml/2006/main">
            <a:pPr>
              <a:buNone/>
              <a:defRPr sz="2700" b="0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83F3B"/>
                </a:solidFill>
                <a:latin typeface="Arial"/>
                <a:ea typeface="Arial"/>
                <a:cs typeface="Arial"/>
              </a:rPr>
              <a:t>problem you handled as an office assistant.”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024433-C6B9-4E56-BAE9-138F61C2F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Explain what you did and what happened at that employer.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Your saved answers help the AI ask only for missing details.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D2DE36-1511-4D12-803A-8078E16A5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9775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LinkedIn review follows the fuller interview. Public edits need your approval.</a:t>
            </a:r>
          </a:p>
        </p:txBody>
      </p:sp>
    </p:spTree>
    <p:extLst>
      <p:ext uri="{BB962C8B-B14F-4D97-AF65-F5344CB8AC3E}">
        <p14:creationId xmlns:p14="http://schemas.microsoft.com/office/powerpoint/2010/main" val="130445911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E027FE-16D0-47C6-9651-E05CB667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weekday morning search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EC8A31-6E71-4A83-828D-0C059734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3D4FE9-D433-4233-B584-B5E621DD3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Review the job titles and search sites the AI suggests.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349BD-4860-4BC6-B013-8BDEA38BC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Choose a schedule. The starting suggestion is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weekdays at 9 a.m. in your confirmed timezone.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43FFE5-7AC4-46CB-82D1-2CE72DA27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Let the AI save the instructions and set up the task.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You can change the time or keep searches manual.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EE40B5-DA3F-46C2-A2DD-2A0250D44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Keep your computer awake and the desktop app running for local searches.</a:t>
            </a:r>
          </a:p>
        </p:txBody>
      </p:sp>
    </p:spTree>
    <p:extLst>
      <p:ext uri="{BB962C8B-B14F-4D97-AF65-F5344CB8AC3E}">
        <p14:creationId xmlns:p14="http://schemas.microsoft.com/office/powerpoint/2010/main" val="174952837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4BD5C1-A8FD-4953-AC41-5DE2E3AB3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Review and change your routine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597877-AD22-4813-B6F6-5993D41D5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839746-4652-426C-B9B9-1590FA51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desktop: Scheduled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DD90C3-5058-44D0-8AC9-3F556E1E0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57425"/>
            <a:ext cx="1083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 Desktop: Code → Routines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6D8155-4BB8-432A-945E-F78C91D6E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8585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 AI checks unfinished applications and new listings,</a:t>
            </a:r>
          </a:p>
          <a:p xmlns:a="http://schemas.openxmlformats.org/drawingml/2006/main">
            <a:pPr>
              <a:buNone/>
              <a:defRPr sz="2175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then prepares suitable drafts for your review.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6728A6-841B-4D27-9373-5F8FD0B91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10858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“Move my daily search to 8 a.m.”</a:t>
            </a:r>
          </a:p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“Pause my scheduled search.”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40CC60-B5F9-4E9A-B434-DE3A27CD2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674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e1e0d3fe41a9444d"/>
              </a:rPr>
              <a:t>Read the daily-search guide</a:t>
            </a:r>
          </a:p>
        </p:txBody>
      </p:sp>
    </p:spTree>
    <p:extLst>
      <p:ext uri="{BB962C8B-B14F-4D97-AF65-F5344CB8AC3E}">
        <p14:creationId xmlns:p14="http://schemas.microsoft.com/office/powerpoint/2010/main" val="139824433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3DF5A-862C-4563-B1E6-4985C59D9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820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Your resume length and format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9EDB6E-B879-413C-9D74-5D2874176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05110E-6193-4C5D-97A3-E85193B80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108204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After reviewing your experience, the AI recommends a length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for your target work and destination.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EB24DF-0F6C-4277-B0C4-FCDE5E14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“May I use a two-page resume as your standard?”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115058-0BFC-4075-AC09-369BE5E7C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3875"/>
            <a:ext cx="108204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Approve the recommendation or ask for a different length.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Fewer relevant roles may fit one page. A longer CV needs a reason.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DA478-D3EA-48EA-B15D-CF3006D2A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The AI checks regional guidance and reviews each page for readable, useful spacing.</a:t>
            </a:r>
          </a:p>
        </p:txBody>
      </p:sp>
    </p:spTree>
    <p:extLst>
      <p:ext uri="{BB962C8B-B14F-4D97-AF65-F5344CB8AC3E}">
        <p14:creationId xmlns:p14="http://schemas.microsoft.com/office/powerpoint/2010/main" val="137449913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66FF20-BC4F-4AB6-A476-D93DE7DFD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5. Your first draft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E880C2E-5BA4-49E2-AC01-6861DB6B5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1C5D4C-A9FF-4DFC-A2DD-613F46EC3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10820400" cy="1019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Before any upload, the AI visually inspects every page of the actual file.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It checks spacing, alignment, clipping and page breaks.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E982AC-36DD-4F34-9F6C-FB325EF27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108204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 Word upload needs a preview rendered from that exact DOCX.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If visual review is unavailable, the file stays a draft and upload waits.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2C2C42-677E-4E7C-A9B4-D4181356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858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5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“That role was volunteering. Please correct it.”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034E27-504E-4178-9EAC-03EC7B60F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85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After corrections, the AI checks the new file again. You approve final submission.</a:t>
            </a:r>
          </a:p>
        </p:txBody>
      </p:sp>
    </p:spTree>
    <p:extLst>
      <p:ext uri="{BB962C8B-B14F-4D97-AF65-F5344CB8AC3E}">
        <p14:creationId xmlns:p14="http://schemas.microsoft.com/office/powerpoint/2010/main" val="111945445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062370-BA4B-4D31-93F4-AF326E0A2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Summon the installed skill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D7E3-D406-4693-88DD-C0CD9A246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CDA268-36D0-473A-9069-E71EE9A06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8394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/ ChatGPT desktop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3F3F08-8472-422B-AE8F-32202650C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1083945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Type @ and choose job-search. If your composer offers a $</a:t>
            </a:r>
          </a:p>
          <a:p xmlns:a="http://schemas.openxmlformats.org/drawingml/2006/main">
            <a:pPr>
              <a:buNone/>
              <a:defRPr sz="210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skill picker, choose job-search there.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62B092-3204-43BD-BC6A-6920E4C2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76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Codex CLI or IDE:  $job-search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85BB09-B075-419C-A746-EB1CFE77B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38600"/>
            <a:ext cx="10839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Claude Code:  /job-search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6B87D4-6FCE-4C7E-8F5A-E6613C33E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81575"/>
            <a:ext cx="108585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Add “Start my search” or “Continue my job search”, then send.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Use the AI message box after installation, in the same project.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78EB3E-F135-45F0-88B8-CA146F992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81700"/>
            <a:ext cx="10858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If the skill is missing, start a new session in this project, then try again.</a:t>
            </a:r>
          </a:p>
        </p:txBody>
      </p:sp>
    </p:spTree>
    <p:extLst>
      <p:ext uri="{BB962C8B-B14F-4D97-AF65-F5344CB8AC3E}">
        <p14:creationId xmlns:p14="http://schemas.microsoft.com/office/powerpoint/2010/main" val="173612183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59564-1F8E-45D8-8908-8296D8B2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6. Next time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CCDD0-3621-4FEA-86BA-99F95FA00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B265D8-348D-4306-8841-31D6963F2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66850"/>
            <a:ext cx="108204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Reopen the same local project. A new conversation is fine.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Summon job-search, then send: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051EC-F210-43FB-AED8-33381DDCE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28925"/>
            <a:ext cx="10858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67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67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Continue my job search.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617BB1-14CE-498D-B7FA-E75860BB4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858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its tools and reads your saved progress.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Supply an updated resume when it changes.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5F0B19-2522-4A70-95F8-41294A5D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1085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For an independent occupation search, use a new project with separate records.</a:t>
            </a:r>
          </a:p>
        </p:txBody>
      </p:sp>
    </p:spTree>
    <p:extLst>
      <p:ext uri="{BB962C8B-B14F-4D97-AF65-F5344CB8AC3E}">
        <p14:creationId xmlns:p14="http://schemas.microsoft.com/office/powerpoint/2010/main" val="52950605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D83CD2-56ED-4719-ABBF-6F0C5CA7F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If something stops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D77CFC2-404F-4B1C-BD1F-9B0138042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7E7765-EE1E-43F6-9F86-9F2ED6FE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Skill missing?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03E44-B32F-4002-976C-3CB0169F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66925"/>
            <a:ext cx="5191125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Start a new session in the same project.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“Check installation and load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job-search for me.”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EA57B-5ED1-4ED3-9D18-C98E567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Cannot save?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3C0AFC-C740-4935-90B2-12BF5BFE0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066925"/>
            <a:ext cx="51625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Check the selected folder and file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permissions. Approve the specific</a:t>
            </a:r>
          </a:p>
          <a:p xmlns:a="http://schemas.openxmlformats.org/drawingml/2006/main">
            <a:pPr>
              <a:buNone/>
              <a:defRPr sz="19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access request if you want it to proceed.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CB14A9-0D7A-429B-A473-09E734148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0"/>
            <a:ext cx="1095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325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Moved the folder or cannot find your records?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3285-3463-407C-B11C-421E69F44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00550"/>
            <a:ext cx="10906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Choose the new project folder and give the AI your records location.</a:t>
            </a:r>
          </a:p>
          <a:p xmlns:a="http://schemas.openxmlformats.org/drawingml/2006/main">
            <a:pPr>
              <a:buNone/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Say: “Reconnect my existing search here and continue.”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2B3A80-8CC9-43EF-A951-87DCDA106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981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4cd4d2efe0214bc8"/>
              </a:rPr>
              <a:t>Full guide, downloads and troubleshooting</a:t>
            </a:r>
          </a:p>
        </p:txBody>
      </p:sp>
    </p:spTree>
    <p:extLst>
      <p:ext uri="{BB962C8B-B14F-4D97-AF65-F5344CB8AC3E}">
        <p14:creationId xmlns:p14="http://schemas.microsoft.com/office/powerpoint/2010/main" val="135386199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632CCC-FD71-4504-853A-C9EB9DAE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183F3B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83F3B"/>
                </a:solidFill>
                <a:latin typeface="Arial"/>
                <a:ea typeface="Arial"/>
                <a:cs typeface="Arial"/>
              </a:rPr>
              <a:t>Optional inbox connection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9EFFDE2-4509-4A3D-A72F-FA6BA1B86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334125"/>
            <a:ext cx="533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12BF25-0EE9-4613-BBAC-00A0BC3C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478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a. Confirm the email you use for applications.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Choose whether the AI may check job-related replies.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93E2548-3FF7-4C80-83C0-4FDDB420C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8605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b. When prompted, connect Gmail in your AI app.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Sign in to the Google account you chose.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D3C5B8-3795-4CC8-8FA5-368D64F42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c. The AI checks the connected address and read access.</a:t>
            </a:r>
          </a:p>
          <a:p xmlns:a="http://schemas.openxmlformats.org/drawingml/2006/main">
            <a:pPr>
              <a:defRPr sz="2250" b="0">
                <a:solidFill>
                  <a:srgbClr val="283A39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283A39"/>
                </a:solidFill>
                <a:latin typeface="Arial"/>
                <a:ea typeface="Arial"/>
                <a:cs typeface="Arial"/>
              </a:rPr>
              <a:t>    It waits if the account is wrong or unavailable.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F2DAF-5D76-4075-B729-3E8C8ADD4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820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You can choose no or later and still prepare resumes and find jobs.</a:t>
            </a:r>
          </a:p>
          <a:p xmlns:a="http://schemas.openxmlformats.org/drawingml/2006/main">
            <a:pPr>
              <a:defRPr sz="1800" b="0">
                <a:solidFill>
                  <a:srgbClr val="60737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607370"/>
                </a:solidFill>
                <a:latin typeface="Arial"/>
                <a:ea typeface="Arial"/>
                <a:cs typeface="Arial"/>
              </a:rPr>
              <a:t>Sending email and changing your calendar need separate permission.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2EA42-DEE2-4D4C-AEB4-EA109E27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38850"/>
            <a:ext cx="10001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087F73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87F73"/>
                </a:solidFill>
                <a:latin typeface="Arial"/>
                <a:ea typeface="Arial"/>
                <a:cs typeface="Arial"/>
                <a:hlinkClick xmlns:r="http://schemas.openxmlformats.org/officeDocument/2006/relationships" r:id="R286e30ae33a442f5"/>
              </a:rPr>
              <a:t>Detailed connection steps</a:t>
            </a:r>
          </a:p>
        </p:txBody>
      </p:sp>
    </p:spTree>
    <p:extLst>
      <p:ext uri="{BB962C8B-B14F-4D97-AF65-F5344CB8AC3E}">
        <p14:creationId xmlns:p14="http://schemas.microsoft.com/office/powerpoint/2010/main" val="24758668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2026-09-14T04:09:27.8320000Z</dcterms:created>
  <dcterms:modified xsi:type="dcterms:W3CDTF">2026-09-14T04:09:27.8320000Z</dcterms:modified>
</coreProperties>
</file>