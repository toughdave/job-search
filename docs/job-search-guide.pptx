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99038aa2924114" /><Relationship Type="http://schemas.openxmlformats.org/officeDocument/2006/relationships/extended-properties" Target="/docProps/app.xml" Id="R6e53d1c4497a468c" /><Relationship Type="http://schemas.openxmlformats.org/officeDocument/2006/relationships/officeDocument" Target="/ppt/presentation.xml" Id="R5b9f7fe7e25b41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7b5e3fe0bb45fb"/>
  </p:sldMasterIdLst>
  <p:notesMasterIdLst>
    <p:notesMasterId xmlns:r="http://schemas.openxmlformats.org/officeDocument/2006/relationships" r:id="Rbafb784f82a240e7"/>
  </p:notesMasterIdLst>
  <p:sldIdLst>
    <p:sldId xmlns:r="http://schemas.openxmlformats.org/officeDocument/2006/relationships" id="256" r:id="R04ca67344e1b4f5e"/>
    <p:sldId xmlns:r="http://schemas.openxmlformats.org/officeDocument/2006/relationships" id="257" r:id="R724167bcaa8b4a49"/>
    <p:sldId xmlns:r="http://schemas.openxmlformats.org/officeDocument/2006/relationships" id="258" r:id="R4c8e66a766684571"/>
    <p:sldId xmlns:r="http://schemas.openxmlformats.org/officeDocument/2006/relationships" id="259" r:id="Rdfc437a161704a27"/>
    <p:sldId xmlns:r="http://schemas.openxmlformats.org/officeDocument/2006/relationships" id="260" r:id="R09e63352262a4c80"/>
    <p:sldId xmlns:r="http://schemas.openxmlformats.org/officeDocument/2006/relationships" id="261" r:id="R10d804b620c6499a"/>
    <p:sldId xmlns:r="http://schemas.openxmlformats.org/officeDocument/2006/relationships" id="262" r:id="R1a74f756549f494e"/>
    <p:sldId xmlns:r="http://schemas.openxmlformats.org/officeDocument/2006/relationships" id="263" r:id="Rf1e22887f1274119"/>
    <p:sldId xmlns:r="http://schemas.openxmlformats.org/officeDocument/2006/relationships" id="264" r:id="Rb27cbcb3e6ef4419"/>
    <p:sldId xmlns:r="http://schemas.openxmlformats.org/officeDocument/2006/relationships" id="265" r:id="Re7943dd3a6b24206"/>
    <p:sldId xmlns:r="http://schemas.openxmlformats.org/officeDocument/2006/relationships" id="266" r:id="R00eef000d0154208"/>
    <p:sldId xmlns:r="http://schemas.openxmlformats.org/officeDocument/2006/relationships" id="267" r:id="R8af1cf62ec884419"/>
    <p:sldId xmlns:r="http://schemas.openxmlformats.org/officeDocument/2006/relationships" id="268" r:id="R47647735015c4dc6"/>
    <p:sldId xmlns:r="http://schemas.openxmlformats.org/officeDocument/2006/relationships" id="269" r:id="R6b7c89380d9e4cc7"/>
    <p:sldId xmlns:r="http://schemas.openxmlformats.org/officeDocument/2006/relationships" id="270" r:id="R3c6296325302406a"/>
    <p:sldId xmlns:r="http://schemas.openxmlformats.org/officeDocument/2006/relationships" id="271" r:id="Rba9b435447f24438"/>
    <p:sldId xmlns:r="http://schemas.openxmlformats.org/officeDocument/2006/relationships" id="272" r:id="R8994168899204eee"/>
    <p:sldId xmlns:r="http://schemas.openxmlformats.org/officeDocument/2006/relationships" id="273" r:id="R712b8cdfec0740aa"/>
    <p:sldId xmlns:r="http://schemas.openxmlformats.org/officeDocument/2006/relationships" id="274" r:id="R64cd07a969594055"/>
    <p:sldId xmlns:r="http://schemas.openxmlformats.org/officeDocument/2006/relationships" id="275" r:id="Rde15ad0ee6ec4a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7328cc7ebc4353" /><Relationship Type="http://schemas.openxmlformats.org/officeDocument/2006/relationships/slideMaster" Target="/ppt/slideMasters/slideMaster1.xml" Id="R4e7b5e3fe0bb45fb" /><Relationship Type="http://schemas.openxmlformats.org/officeDocument/2006/relationships/notesMaster" Target="/ppt/notesMasters/notesMaster1.xml" Id="Rbafb784f82a240e7" /><Relationship Type="http://schemas.openxmlformats.org/officeDocument/2006/relationships/presProps" Target="/ppt/presProps.xml" Id="R981eb9692c1b4226" /><Relationship Type="http://schemas.openxmlformats.org/officeDocument/2006/relationships/tableStyles" Target="/ppt/tableStyles.xml" Id="Rc02d2a50dfaf4d6e" /><Relationship Type="http://schemas.openxmlformats.org/officeDocument/2006/relationships/slide" Target="/ppt/slides/slide1.xml" Id="R04ca67344e1b4f5e" /><Relationship Type="http://schemas.openxmlformats.org/officeDocument/2006/relationships/slide" Target="/ppt/slides/slide2.xml" Id="R724167bcaa8b4a49" /><Relationship Type="http://schemas.openxmlformats.org/officeDocument/2006/relationships/slide" Target="/ppt/slides/slide3.xml" Id="R4c8e66a766684571" /><Relationship Type="http://schemas.openxmlformats.org/officeDocument/2006/relationships/slide" Target="/ppt/slides/slide4.xml" Id="Rdfc437a161704a27" /><Relationship Type="http://schemas.openxmlformats.org/officeDocument/2006/relationships/slide" Target="/ppt/slides/slide5.xml" Id="R09e63352262a4c80" /><Relationship Type="http://schemas.openxmlformats.org/officeDocument/2006/relationships/slide" Target="/ppt/slides/slide6.xml" Id="R10d804b620c6499a" /><Relationship Type="http://schemas.openxmlformats.org/officeDocument/2006/relationships/slide" Target="/ppt/slides/slide7.xml" Id="R1a74f756549f494e" /><Relationship Type="http://schemas.openxmlformats.org/officeDocument/2006/relationships/slide" Target="/ppt/slides/slide8.xml" Id="Rf1e22887f1274119" /><Relationship Type="http://schemas.openxmlformats.org/officeDocument/2006/relationships/slide" Target="/ppt/slides/slide9.xml" Id="Rb27cbcb3e6ef4419" /><Relationship Type="http://schemas.openxmlformats.org/officeDocument/2006/relationships/slide" Target="/ppt/slides/slide10.xml" Id="Re7943dd3a6b24206" /><Relationship Type="http://schemas.openxmlformats.org/officeDocument/2006/relationships/slide" Target="/ppt/slides/slide11.xml" Id="R00eef000d0154208" /><Relationship Type="http://schemas.openxmlformats.org/officeDocument/2006/relationships/slide" Target="/ppt/slides/slide12.xml" Id="R8af1cf62ec884419" /><Relationship Type="http://schemas.openxmlformats.org/officeDocument/2006/relationships/slide" Target="/ppt/slides/slide13.xml" Id="R47647735015c4dc6" /><Relationship Type="http://schemas.openxmlformats.org/officeDocument/2006/relationships/slide" Target="/ppt/slides/slide14.xml" Id="R6b7c89380d9e4cc7" /><Relationship Type="http://schemas.openxmlformats.org/officeDocument/2006/relationships/slide" Target="/ppt/slides/slide15.xml" Id="R3c6296325302406a" /><Relationship Type="http://schemas.openxmlformats.org/officeDocument/2006/relationships/slide" Target="/ppt/slides/slide16.xml" Id="Rba9b435447f24438" /><Relationship Type="http://schemas.openxmlformats.org/officeDocument/2006/relationships/slide" Target="/ppt/slides/slide17.xml" Id="R8994168899204eee" /><Relationship Type="http://schemas.openxmlformats.org/officeDocument/2006/relationships/slide" Target="/ppt/slides/slide18.xml" Id="R712b8cdfec0740aa" /><Relationship Type="http://schemas.openxmlformats.org/officeDocument/2006/relationships/slide" Target="/ppt/slides/slide19.xml" Id="R64cd07a969594055" /><Relationship Type="http://schemas.openxmlformats.org/officeDocument/2006/relationships/slide" Target="/ppt/slides/slide20.xml" Id="Rde15ad0ee6ec4a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e6226bdd6645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e7c8859a08489e" /><Relationship Type="http://schemas.openxmlformats.org/officeDocument/2006/relationships/notesMaster" Target="/ppt/notesMasters/notesMaster1.xml" Id="Ra4248bc16a9143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4fbb2233864b8a" /><Relationship Type="http://schemas.openxmlformats.org/officeDocument/2006/relationships/notesMaster" Target="/ppt/notesMasters/notesMaster1.xml" Id="R928d21cbf63d46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a75d4702f4418a" /><Relationship Type="http://schemas.openxmlformats.org/officeDocument/2006/relationships/notesMaster" Target="/ppt/notesMasters/notesMaster1.xml" Id="Ref5211fe41634d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6a9c4cf6a847c3" /><Relationship Type="http://schemas.openxmlformats.org/officeDocument/2006/relationships/notesMaster" Target="/ppt/notesMasters/notesMaster1.xml" Id="R8e408b8a4ecd47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49191518044354" /><Relationship Type="http://schemas.openxmlformats.org/officeDocument/2006/relationships/notesMaster" Target="/ppt/notesMasters/notesMaster1.xml" Id="Rbe439f94e7c548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375783aca34947" /><Relationship Type="http://schemas.openxmlformats.org/officeDocument/2006/relationships/notesMaster" Target="/ppt/notesMasters/notesMaster1.xml" Id="Re1d71c33d6d04d7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171599c209478e" /><Relationship Type="http://schemas.openxmlformats.org/officeDocument/2006/relationships/notesMaster" Target="/ppt/notesMasters/notesMaster1.xml" Id="R98f56497a52849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b4f8321a614248" /><Relationship Type="http://schemas.openxmlformats.org/officeDocument/2006/relationships/notesMaster" Target="/ppt/notesMasters/notesMaster1.xml" Id="Rbf686a691fe445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209dde77a74448" /><Relationship Type="http://schemas.openxmlformats.org/officeDocument/2006/relationships/notesMaster" Target="/ppt/notesMasters/notesMaster1.xml" Id="R3624e5f291284c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29f15590a549a0" /><Relationship Type="http://schemas.openxmlformats.org/officeDocument/2006/relationships/notesMaster" Target="/ppt/notesMasters/notesMaster1.xml" Id="Ra8ee7c357fca43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ef83f589e94737" /><Relationship Type="http://schemas.openxmlformats.org/officeDocument/2006/relationships/notesMaster" Target="/ppt/notesMasters/notesMaster1.xml" Id="R92be950d8b2541f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24a82bb385e4cd3" /><Relationship Type="http://schemas.openxmlformats.org/officeDocument/2006/relationships/notesMaster" Target="/ppt/notesMasters/notesMaster1.xml" Id="Rafa9b546d79849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ef550c16614b06" /><Relationship Type="http://schemas.openxmlformats.org/officeDocument/2006/relationships/notesMaster" Target="/ppt/notesMasters/notesMaster1.xml" Id="Rcdcc0c599e7149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ac3c5ede0e404c" /><Relationship Type="http://schemas.openxmlformats.org/officeDocument/2006/relationships/notesMaster" Target="/ppt/notesMasters/notesMaster1.xml" Id="Rc01b7987cd9c4fe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58e660a9a34dde" /><Relationship Type="http://schemas.openxmlformats.org/officeDocument/2006/relationships/notesMaster" Target="/ppt/notesMasters/notesMaster1.xml" Id="R5088081eb901452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f2ed4086e05495c" /><Relationship Type="http://schemas.openxmlformats.org/officeDocument/2006/relationships/notesMaster" Target="/ppt/notesMasters/notesMaster1.xml" Id="Rc1e5eea433824b1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c5fcfca4b92455a" /><Relationship Type="http://schemas.openxmlformats.org/officeDocument/2006/relationships/notesMaster" Target="/ppt/notesMasters/notesMaster1.xml" Id="R721042f59c7a45c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4831c4c22054b41" /><Relationship Type="http://schemas.openxmlformats.org/officeDocument/2006/relationships/notesMaster" Target="/ppt/notesMasters/notesMaster1.xml" Id="R13e820e30e214cb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1419ecd4ab643ef" /><Relationship Type="http://schemas.openxmlformats.org/officeDocument/2006/relationships/notesMaster" Target="/ppt/notesMasters/notesMaster1.xml" Id="R6aac2c56d185428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8c801aa75cd4cc9" /><Relationship Type="http://schemas.openxmlformats.org/officeDocument/2006/relationships/notesMaster" Target="/ppt/notesMasters/notesMaster1.xml" Id="Rddb105a5e05343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1.4.0,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OpenCode project and compatible skill discovery: https://opencode.ai/docs/skills/ . Current T3 composer uses $ skill picker: https://github.com/pingdotgg/t3code/blob/main/docs/user/composer.md#commands-and-skills . Older installed wrappers may differ. No end-to-end browser/mail/scheduler claim. Checked 14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Optional app setup before the skill installation prompt. Connect the intended Gmail account through Codex Plugins or Claude Code Connectors; reuse a working connection. Google Calendar is optional for interview events. The skill still confirms project-specific read permission and account identity before inbox reads, and separate calendar selection/permission before event changes. Sources checked 14 September 2026: https://learn.chatgpt.com/docs/plugins ; https://code.claude.com/docs/en/desktop#connect-external-tools ; https://github.com/toughdave/job-search#f-optional-connect-gmail-before-the-first-message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Codex automatically detects skills; restart if stale: https://learn.chatgpt.com/docs/build-skills . Claude watches existing directories but a new top-level skills directory needs restart: https://code.claude.com/docs/en/skills#edit-a-skill . Direct file loading and native picker discovery are separate. OpenCode/T3 recovery is conditional on actual version and provider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https://github.com/toughdave/job-search/blob/main/docs/setup.md#prerequisites-and-dependencies. The AI prefers a maintained Python 3.12+ for new setup. Packages: python-docx, ReportLab, pypdf, pypdfium2 and tzdata. Download-and-copy does not require Node or Git. Cleanup requires a preview and candidate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https://code.claude.com/docs/en/scheduled-tasks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https://github.com/toughdave/job-search/blob/main/skills/job-search/references/document-format.md. Employer count alone does not determine length. The AI records the exact approval and scope, checks employer instructions and current destination guidance, and inspects the actual exported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https://github.com/toughdave/job-search/blob/main/skills/job-search/references/documents.md#quality-gate. Review the exact upload format before upload, including every page, and save its hash. Corrected files need a new review. The separately generated PDF does not prove DOCX pagination.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541b25ab245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e79a5329f343e9" /><Relationship Type="http://schemas.openxmlformats.org/officeDocument/2006/relationships/slideLayout" Target="/ppt/slideLayouts/slideLayout1.xml" Id="Rd38c7af35c744a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8c7af35c744a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d6bf9d1514f19" /><Relationship Type="http://schemas.openxmlformats.org/officeDocument/2006/relationships/hyperlink" Target="https://github.com/toughdave/job-search" TargetMode="External" Id="Rfe5406a57d5d4b31" /><Relationship Type="http://schemas.openxmlformats.org/officeDocument/2006/relationships/notesSlide" Target="/ppt/notesSlides/notesSlide1.xml" Id="R0f850c7feb4a4d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47cee6a2f45d8" /><Relationship Type="http://schemas.openxmlformats.org/officeDocument/2006/relationships/hyperlink" Target="https://learn.chatgpt.com/docs/app" TargetMode="External" Id="R3478d7b51b0849e8" /><Relationship Type="http://schemas.openxmlformats.org/officeDocument/2006/relationships/hyperlink" Target="https://learn.chatgpt.com/docs/windows/windows-app#download-the-chatgpt-desktop-app" TargetMode="External" Id="R528d1616e17149a7" /><Relationship Type="http://schemas.openxmlformats.org/officeDocument/2006/relationships/hyperlink" Target="https://claude.com/download" TargetMode="External" Id="R896feebc8622449f" /><Relationship Type="http://schemas.openxmlformats.org/officeDocument/2006/relationships/hyperlink" Target="https://code.claude.com/docs/en/desktop-quickstart" TargetMode="External" Id="Rab57f3e7efd34b2f" /><Relationship Type="http://schemas.openxmlformats.org/officeDocument/2006/relationships/notesSlide" Target="/ppt/notesSlides/notesSlide2.xml" Id="R7712a8d02b1543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63303ea3043c1" /><Relationship Type="http://schemas.openxmlformats.org/officeDocument/2006/relationships/hyperlink" Target="https://github.com/toughdave/job-search/blob/main/docs/setup.md#other-apps-and-available-tools" TargetMode="External" Id="Rc40e99f4a6c540f5" /><Relationship Type="http://schemas.openxmlformats.org/officeDocument/2006/relationships/notesSlide" Target="/ppt/notesSlides/notesSlide3.xml" Id="R2c0a1761f9074a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771102d5574f6f" /><Relationship Type="http://schemas.openxmlformats.org/officeDocument/2006/relationships/image" Target="/ppt/media/image.png" Id="Rcfc78825548e462f" /><Relationship Type="http://schemas.openxmlformats.org/officeDocument/2006/relationships/notesSlide" Target="/ppt/notesSlides/notesSlide4.xml" Id="R7269cab6c3fb41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36d68c49e4156" /><Relationship Type="http://schemas.openxmlformats.org/officeDocument/2006/relationships/image" Target="/ppt/media/image2.png" Id="Re2e3c37abe5741d1" /><Relationship Type="http://schemas.openxmlformats.org/officeDocument/2006/relationships/notesSlide" Target="/ppt/notesSlides/notesSlide5.xml" Id="R35f3baed84864c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9b4a8b0a94f9e" /><Relationship Type="http://schemas.openxmlformats.org/officeDocument/2006/relationships/image" Target="/ppt/media/image3.png" Id="R246c6730147640d4" /><Relationship Type="http://schemas.openxmlformats.org/officeDocument/2006/relationships/notesSlide" Target="/ppt/notesSlides/notesSlide6.xml" Id="Rbd974989d66f47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2483169554753" /><Relationship Type="http://schemas.openxmlformats.org/officeDocument/2006/relationships/image" Target="/ppt/media/image4.png" Id="R8b08c2ea86e744dc" /><Relationship Type="http://schemas.openxmlformats.org/officeDocument/2006/relationships/notesSlide" Target="/ppt/notesSlides/notesSlide7.xml" Id="Rdcecb40df9414e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b04bf6690477c" /><Relationship Type="http://schemas.openxmlformats.org/officeDocument/2006/relationships/hyperlink" Target="https://github.com/toughdave/job-search#f-optional-connect-gmail-before-the-first-message" TargetMode="External" Id="R5707688479104239" /><Relationship Type="http://schemas.openxmlformats.org/officeDocument/2006/relationships/notesSlide" Target="/ppt/notesSlides/notesSlide8.xml" Id="Rdeed876a929441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29e73651f409f" /><Relationship Type="http://schemas.openxmlformats.org/officeDocument/2006/relationships/notesSlide" Target="/ppt/notesSlides/notesSlide9.xml" Id="R608daeb9ba214f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3f5ede362458f" /><Relationship Type="http://schemas.openxmlformats.org/officeDocument/2006/relationships/hyperlink" Target="https://github.com/toughdave/job-search#3-copy-the-start-message-then-press-send" TargetMode="External" Id="R57857b54cc834d8a" /><Relationship Type="http://schemas.openxmlformats.org/officeDocument/2006/relationships/notesSlide" Target="/ppt/notesSlides/notesSlide10.xml" Id="Rfb8952e8da3a49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b6080f1fce44e1" /><Relationship Type="http://schemas.openxmlformats.org/officeDocument/2006/relationships/hyperlink" Target="https://github.com/toughdave/job-search/blob/main/docs/setup.md#new-chat-or-restart" TargetMode="External" Id="Ra11c576f3c18462e" /><Relationship Type="http://schemas.openxmlformats.org/officeDocument/2006/relationships/notesSlide" Target="/ppt/notesSlides/notesSlide11.xml" Id="Rf4cde6f72cbf44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c30cc10ec49dc" /><Relationship Type="http://schemas.openxmlformats.org/officeDocument/2006/relationships/notesSlide" Target="/ppt/notesSlides/notesSlide12.xml" Id="R86d51d2fe140407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d335823f4f45f4" /><Relationship Type="http://schemas.openxmlformats.org/officeDocument/2006/relationships/notesSlide" Target="/ppt/notesSlides/notesSlide13.xml" Id="R0b19dea06e0d4bd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9c63ed2ca4f4a" /><Relationship Type="http://schemas.openxmlformats.org/officeDocument/2006/relationships/notesSlide" Target="/ppt/notesSlides/notesSlide14.xml" Id="R13d9db598906488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e264c6c5348e9" /><Relationship Type="http://schemas.openxmlformats.org/officeDocument/2006/relationships/hyperlink" Target="https://github.com/toughdave/job-search#your-weekday-morning-search" TargetMode="External" Id="Re8790b49867642d7" /><Relationship Type="http://schemas.openxmlformats.org/officeDocument/2006/relationships/notesSlide" Target="/ppt/notesSlides/notesSlide15.xml" Id="R56ea3139113742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c823700124694" /><Relationship Type="http://schemas.openxmlformats.org/officeDocument/2006/relationships/notesSlide" Target="/ppt/notesSlides/notesSlide16.xml" Id="R989faaccd7c44ed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b66f87f354761" /><Relationship Type="http://schemas.openxmlformats.org/officeDocument/2006/relationships/notesSlide" Target="/ppt/notesSlides/notesSlide17.xml" Id="Rc2cd274562234f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a4d0cd1ab46a2" /><Relationship Type="http://schemas.openxmlformats.org/officeDocument/2006/relationships/notesSlide" Target="/ppt/notesSlides/notesSlide18.xml" Id="R1f8c779f0eb8446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2c6ed973f4c03" /><Relationship Type="http://schemas.openxmlformats.org/officeDocument/2006/relationships/notesSlide" Target="/ppt/notesSlides/notesSlide19.xml" Id="R194d71a094f1491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4e0ee2b7844c63" /><Relationship Type="http://schemas.openxmlformats.org/officeDocument/2006/relationships/hyperlink" Target="https://github.com/toughdave/job-search" TargetMode="External" Id="R906ef29980da469a" /><Relationship Type="http://schemas.openxmlformats.org/officeDocument/2006/relationships/notesSlide" Target="/ppt/notesSlides/notesSlide20.xml" Id="Re023f5aeb0eb447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4907-B2A8-4ADD-958B-AA50CE22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BD242-287D-46BC-B7C7-DF9216C8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Codex, Claude Code, OpenCode and T3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5FE4A-088C-466D-A72C-C7AD2ECE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CE51E-F9C1-43E1-BCF3-1EA6F06D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fe5406a57d5d4b31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22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28F53-2C38-45C4-BEA0-C80ED7C4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E57E-EA2C-4335-AEFF-7E829B8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817B8-761A-47A4-96EA-13EB7AB0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1C606-F286-4881-B866-CA232EEF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CEB7E-B649-4DFF-8DE0-DF322FAF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2A819-A131-44D0-9B29-56046CC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3478d7b51b0849e8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5BB48-48E4-4DC4-95DE-AAC810E7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528d1616e17149a7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71EF-A279-4708-8C20-CD339E7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9B629-4107-46C7-9174-2FE3C1B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5D02-7E84-49F2-8C84-954D6CB6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896feebc8622449f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CBCB5-E514-4430-AEC5-C8A8147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ab57f3e7efd34b2f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968CB-FD5B-464A-8E63-ED0C9E2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21287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OpenCode and T3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OpenCode: choose your job-search folder and a writable agent.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After installation, send: “Use job-search to continue my job search.”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T3: choose your folder, environment and signed-in provider.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Type $, choose job-search, then add your request.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Available tools depend on the selected provider and model.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Browser, inbox and visual document review are checked separately.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No automatic timer is installed for these apps.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Use your saved search prompt manually unless scheduling is verified.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c40e99f4a6c540f5"/>
              </a:rPr>
              <a:t>Read the app-specific instructions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3AA1-6D5F-4B75-B221-43E26059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59EC-4DA1-4A31-90FA-45C4C2AE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028C5-B582-4AE2-9238-162ECED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c78825548e462f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B2C4-C936-40F3-A8D3-5E2C6960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3010491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34819-0EE8-41C1-8145-ECBE6A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F7D7-E5CA-41B3-9370-448EC5B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6778-3D23-41A7-B36A-3294BA4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A979-39F9-4528-A8CC-4DC06353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0DB2D-A508-4A39-8F61-D931312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3c37abe5741d1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80632-EEA8-4B60-AC78-D2F8BB96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3899594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5501-EECD-4EB1-B783-6F22F1D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4E738-20EB-42AE-B2E1-B3A8A37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DE0C-0EEF-4ED2-8875-2B92B438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6c6730147640d4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542F-0D8C-46E9-A276-25490CF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25084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B76E-DD49-4DFB-B2F5-237100AB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77A22-C5C8-495C-AAC4-116C49B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5112-206C-4156-8A2F-876A0F50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8c2ea86e744dc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9D948-94E4-42B4-AE28-149A9E92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8826441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Optional: connect Gmail first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Before your first message, connect Gmail for inbox help.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skip this and start without email.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Codex: Plugins, then Gmail.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Claude Code: + or Settings, then Connectors.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Sign in to the account you will use for applications.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The skill later checks your email, permission and access.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connected? Leave it in place.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Google Calendar is also optional for interview events.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5707688479104239"/>
              </a:rPr>
              <a:t>Connection steps in the README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873CB-E3FF-4A32-8D3D-52B39D0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B76-A8C3-4FC0-B7CB-B5330DD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FD4D7-2672-4A13-9C62-3CC32FC9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7920-D854-4952-9E1D-9972983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E659-22D0-424F-A2AB-7559C21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98FC-5BC8-4EEC-94EC-156C8DB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E6C64-5B77-479E-93A9-BC935C0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Add your LinkedIn URL too. The AI can reconcile profile details with your records.</a:t>
            </a:r>
          </a:p>
        </p:txBody>
      </p:sp>
    </p:spTree>
    <p:extLst>
      <p:ext uri="{BB962C8B-B14F-4D97-AF65-F5344CB8AC3E}">
        <p14:creationId xmlns:p14="http://schemas.microsoft.com/office/powerpoint/2010/main" val="10924582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91AB-EE0A-4D06-8E69-83C29F3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F1AA-FAC2-49F8-8E83-90F1747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233-C7CC-4E3B-B13D-E8DC1B0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16AC-F1BB-4CD7-BA84-4EE26B8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A3C50-E8F9-4624-925E-4E928FA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AACC-D536-4186-B98C-BC589C9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57857b54cc834d8a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9673842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here, or restart?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If the installed skill loads, keep chatting here.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The AI can begin setup in this conversation.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If it is missing, the AI checks your project and provider.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It asks for a new chat or restart only when needed.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New chat means another conversation in the same project.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Restart means closing and reopening the affected app or provider.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Your saved answers stay in the project.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Do not reinstall repeatedly or start the interview 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a11c576f3c18462e"/>
              </a:rPr>
              <a:t>Read the app-specific instructions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8E64F-2881-4536-825F-C7EE8249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Software prerequisites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1A19B-3CC5-4351-A103-EFEC8460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83B1A-A02A-486B-B2CA-1FDC7342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local project with file access and an internet connection.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app needs an account that can use local projects.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AC84-0CC4-46D6-ADEC-01EDAD91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Python 3.9+ and installs the document packages.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Node.js 22.20+ is only needed for the optional terminal installer.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54DAE-2D8D-4F3A-AC6C-9C9D035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records stay in the project. Software stays in a local cache.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Ask the AI to preview that cache if you want to remove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B7D96-FFB8-408C-B3BC-1E0EF98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Word uploads also need a DOCX renderer, such as Word or LibreOffice.</a:t>
            </a:r>
          </a:p>
        </p:txBody>
      </p:sp>
    </p:spTree>
    <p:extLst>
      <p:ext uri="{BB962C8B-B14F-4D97-AF65-F5344CB8AC3E}">
        <p14:creationId xmlns:p14="http://schemas.microsoft.com/office/powerpoint/2010/main" val="6870541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03AD-EB4D-434A-B73C-419B756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FA5F9-A6A3-477B-9EBA-BBF6346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FE3D5-F5A3-4B6A-AB57-61921D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saves each question, asks it, and waits for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6B18-7355-4368-A961-3F52136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397D8-E2CE-4211-93DF-B7218A1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24433-C6B9-4E56-BAE9-138F61C2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 at that employer.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saved answers help the AI ask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2DE36-1511-4D12-803A-8078E16A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LinkedIn review follows the fuller interview. Public edits need your approval.</a:t>
            </a:r>
          </a:p>
        </p:txBody>
      </p:sp>
    </p:spTree>
    <p:extLst>
      <p:ext uri="{BB962C8B-B14F-4D97-AF65-F5344CB8AC3E}">
        <p14:creationId xmlns:p14="http://schemas.microsoft.com/office/powerpoint/2010/main" val="130445911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27FE-16D0-47C6-9651-E05CB667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weekday morning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C8A31-6E71-4A83-828D-0C05973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D4FE9-D433-4233-B584-B5E621DD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Review the job titles and search sites the AI suggests.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49BD-4860-4BC6-B013-8BDEA38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Choose a schedule. The starting suggestion is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weekdays at 9 a.m. in your confirmed timezone.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3FFE5-7AC4-46CB-82D1-2CE72DA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Let the AI save the instructions and set up the task.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change the time or keep searches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E40B5-DA3F-46C2-A2DD-2A0250D4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Keep your computer awake and the desktop app running for local searches.</a:t>
            </a:r>
          </a:p>
        </p:txBody>
      </p:sp>
    </p:spTree>
    <p:extLst>
      <p:ext uri="{BB962C8B-B14F-4D97-AF65-F5344CB8AC3E}">
        <p14:creationId xmlns:p14="http://schemas.microsoft.com/office/powerpoint/2010/main" val="17495283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BD5C1-A8FD-4953-AC41-5DE2E3A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Review and change your routine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97877-AD22-4813-B6F6-5993D41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9746-4652-426C-B9B9-1590FA5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desktop: Scheduled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D90C3-5058-44D0-8AC9-3F556E1E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 Desktop: Code → Routines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D8155-4BB8-432A-945E-F78C91D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unfinished applications and new listings,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prepares suitable drafts for your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728A6-841B-4D27-9373-5F8FD0B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“Move my daily search to 8 a.m.”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“Pause my scheduled search.”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0CC60-B5F9-4E9A-B434-DE3A27C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e8790b49867642d7"/>
              </a:rPr>
              <a:t>Read the daily-search guide</a:t>
            </a:r>
          </a:p>
        </p:txBody>
      </p:sp>
    </p:spTree>
    <p:extLst>
      <p:ext uri="{BB962C8B-B14F-4D97-AF65-F5344CB8AC3E}">
        <p14:creationId xmlns:p14="http://schemas.microsoft.com/office/powerpoint/2010/main" val="13982443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3DF5A-862C-4563-B1E6-4985C59D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resume length and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EDB6E-B879-413C-9D74-5D287417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5110E-6193-4C5D-97A3-E85193B8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After reviewing your experience, the AI recommends a length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your target work and destination.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B24DF-0F6C-4277-B0C4-FCDE5E1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“May I use a two-page resume as your standard?”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15058-0BFC-4075-AC09-369BE5E7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Approve the recommendation or ask for a different length.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Fewer relevant roles may fit one page. A longer CV needs a reason.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DA478-D3EA-48EA-B15D-CF3006D2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regional guidance and reviews each page for readable, useful spacing.</a:t>
            </a:r>
          </a:p>
        </p:txBody>
      </p:sp>
    </p:spTree>
    <p:extLst>
      <p:ext uri="{BB962C8B-B14F-4D97-AF65-F5344CB8AC3E}">
        <p14:creationId xmlns:p14="http://schemas.microsoft.com/office/powerpoint/2010/main" val="13744991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6FF20-BC4F-4AB6-A476-D93DE7D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80C2E-5BA4-49E2-AC01-6861DB6B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C5D4C-A9FF-4DFC-A2DD-613F46E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Before any upload, the AI visually inspects every page of the actual file.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It checks spacing, alignment, clipping and page breaks.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982AC-36DD-4F34-9F6C-FB325EF2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Word upload needs a preview rendered from that exact DOCX.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visual review is unavailable, the file stays a draft and upload waits.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C2C42-677E-4E7C-A9B4-D418135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34E27-504E-4178-9EAC-03EC7B60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After corrections, the AI checks the new file again. You approve final submission.</a:t>
            </a:r>
          </a:p>
        </p:txBody>
      </p:sp>
    </p:spTree>
    <p:extLst>
      <p:ext uri="{BB962C8B-B14F-4D97-AF65-F5344CB8AC3E}">
        <p14:creationId xmlns:p14="http://schemas.microsoft.com/office/powerpoint/2010/main" val="111945445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62370-BA4B-4D31-93F4-AF326E0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and Claude shortcuts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D7E3-D406-4693-88DD-C0CD9A2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A268-36D0-473A-9069-E71EE9A0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3F08-8472-422B-AE8F-32202650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2B092-3204-43BD-BC6A-6920E4C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BB09-B075-419C-A746-EB1CFE77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87D4-6FCE-4C7E-8F5A-E6613C3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8EB3E-F135-45F0-88B8-CA146F9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OpenCode and T3: use the instructions near the start of this guide.</a:t>
            </a:r>
          </a:p>
        </p:txBody>
      </p:sp>
    </p:spTree>
    <p:extLst>
      <p:ext uri="{BB962C8B-B14F-4D97-AF65-F5344CB8AC3E}">
        <p14:creationId xmlns:p14="http://schemas.microsoft.com/office/powerpoint/2010/main" val="17361218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59564-1F8E-45D8-8908-8296D8B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CCDD0-3621-4FEA-86BA-99F95FA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265D8-348D-4306-8841-31D6963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Setup ends with your app’s return command and saved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Reopen that project,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51EC-F210-43FB-AED8-33381DD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17BB1-14CE-498D-B7FA-E75860B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its tools and reads your saved progress.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0B19-2522-4A70-95F8-41294A5D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5295060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83CD2-56ED-4719-ABBF-6F0C5CA7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7CFC2-404F-4B1C-BD1F-9B01380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7765-EE1E-43F6-9F86-9F2ED6FE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03E44-B32F-4002-976C-3CB0169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Start a new session in the same project.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“Check installation and load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job-search for me.”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EA57B-5ED1-4ED3-9D18-C98E567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C0AFC-C740-4935-90B2-12BF5BF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14A9-0D7A-429B-A473-09E7341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Moved the folder or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3285-3463-407C-B11C-421E69F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the new project folder and give the AI your records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“Reconnect my existing search here and continue.”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B3A80-8CC9-43EF-A951-87DCDA10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06ef29980da469a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353861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2026-09-14T07:49:16.2570000Z</dcterms:created>
  <dcterms:modified xsi:type="dcterms:W3CDTF">2026-09-14T07:49:16.2570000Z</dcterms:modified>
</coreProperties>
</file>