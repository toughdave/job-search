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3b96add74a4272" /><Relationship Type="http://schemas.openxmlformats.org/officeDocument/2006/relationships/extended-properties" Target="/docProps/app.xml" Id="R99a6fd92173849d1" /><Relationship Type="http://schemas.openxmlformats.org/officeDocument/2006/relationships/officeDocument" Target="/ppt/presentation.xml" Id="Rcee388320ada4a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863e83e9024369"/>
  </p:sldMasterIdLst>
  <p:notesMasterIdLst>
    <p:notesMasterId xmlns:r="http://schemas.openxmlformats.org/officeDocument/2006/relationships" r:id="R2d042347b3fa4aa1"/>
  </p:notesMasterIdLst>
  <p:sldIdLst>
    <p:sldId xmlns:r="http://schemas.openxmlformats.org/officeDocument/2006/relationships" id="256" r:id="R73a96bba9de14c44"/>
    <p:sldId xmlns:r="http://schemas.openxmlformats.org/officeDocument/2006/relationships" id="257" r:id="R09df6c3f644041cf"/>
    <p:sldId xmlns:r="http://schemas.openxmlformats.org/officeDocument/2006/relationships" id="258" r:id="R4a94cdf16eea498f"/>
    <p:sldId xmlns:r="http://schemas.openxmlformats.org/officeDocument/2006/relationships" id="259" r:id="R455b80a7e6c7453c"/>
    <p:sldId xmlns:r="http://schemas.openxmlformats.org/officeDocument/2006/relationships" id="260" r:id="R244827bae3964145"/>
    <p:sldId xmlns:r="http://schemas.openxmlformats.org/officeDocument/2006/relationships" id="261" r:id="R2d5014fccf5040f4"/>
    <p:sldId xmlns:r="http://schemas.openxmlformats.org/officeDocument/2006/relationships" id="262" r:id="R00535d3b82634759"/>
    <p:sldId xmlns:r="http://schemas.openxmlformats.org/officeDocument/2006/relationships" id="263" r:id="R030aa0021d164acb"/>
    <p:sldId xmlns:r="http://schemas.openxmlformats.org/officeDocument/2006/relationships" id="264" r:id="R60318c25d96443ef"/>
    <p:sldId xmlns:r="http://schemas.openxmlformats.org/officeDocument/2006/relationships" id="265" r:id="Rfa3962f9aca94706"/>
    <p:sldId xmlns:r="http://schemas.openxmlformats.org/officeDocument/2006/relationships" id="266" r:id="R26856ed701dc4504"/>
    <p:sldId xmlns:r="http://schemas.openxmlformats.org/officeDocument/2006/relationships" id="267" r:id="R8e85f092da0c40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dadd7ea44d4076" /><Relationship Type="http://schemas.openxmlformats.org/officeDocument/2006/relationships/slideMaster" Target="/ppt/slideMasters/slideMaster1.xml" Id="R9b863e83e9024369" /><Relationship Type="http://schemas.openxmlformats.org/officeDocument/2006/relationships/notesMaster" Target="/ppt/notesMasters/notesMaster1.xml" Id="R2d042347b3fa4aa1" /><Relationship Type="http://schemas.openxmlformats.org/officeDocument/2006/relationships/presProps" Target="/ppt/presProps.xml" Id="R9c570a134ae7419e" /><Relationship Type="http://schemas.openxmlformats.org/officeDocument/2006/relationships/tableStyles" Target="/ppt/tableStyles.xml" Id="R83eb8ebc1b2d4910" /><Relationship Type="http://schemas.openxmlformats.org/officeDocument/2006/relationships/slide" Target="/ppt/slides/slide1.xml" Id="R73a96bba9de14c44" /><Relationship Type="http://schemas.openxmlformats.org/officeDocument/2006/relationships/slide" Target="/ppt/slides/slide2.xml" Id="R09df6c3f644041cf" /><Relationship Type="http://schemas.openxmlformats.org/officeDocument/2006/relationships/slide" Target="/ppt/slides/slide3.xml" Id="R4a94cdf16eea498f" /><Relationship Type="http://schemas.openxmlformats.org/officeDocument/2006/relationships/slide" Target="/ppt/slides/slide4.xml" Id="R455b80a7e6c7453c" /><Relationship Type="http://schemas.openxmlformats.org/officeDocument/2006/relationships/slide" Target="/ppt/slides/slide5.xml" Id="R244827bae3964145" /><Relationship Type="http://schemas.openxmlformats.org/officeDocument/2006/relationships/slide" Target="/ppt/slides/slide6.xml" Id="R2d5014fccf5040f4" /><Relationship Type="http://schemas.openxmlformats.org/officeDocument/2006/relationships/slide" Target="/ppt/slides/slide7.xml" Id="R00535d3b82634759" /><Relationship Type="http://schemas.openxmlformats.org/officeDocument/2006/relationships/slide" Target="/ppt/slides/slide8.xml" Id="R030aa0021d164acb" /><Relationship Type="http://schemas.openxmlformats.org/officeDocument/2006/relationships/slide" Target="/ppt/slides/slide9.xml" Id="R60318c25d96443ef" /><Relationship Type="http://schemas.openxmlformats.org/officeDocument/2006/relationships/slide" Target="/ppt/slides/slide10.xml" Id="Rfa3962f9aca94706" /><Relationship Type="http://schemas.openxmlformats.org/officeDocument/2006/relationships/slide" Target="/ppt/slides/slide11.xml" Id="R26856ed701dc4504" /><Relationship Type="http://schemas.openxmlformats.org/officeDocument/2006/relationships/slide" Target="/ppt/slides/slide12.xml" Id="R8e85f092da0c40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df4f2c9d1e40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216a91db4c428c" /><Relationship Type="http://schemas.openxmlformats.org/officeDocument/2006/relationships/notesMaster" Target="/ppt/notesMasters/notesMaster1.xml" Id="R3f2985f21cf648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809283d4b64ed8" /><Relationship Type="http://schemas.openxmlformats.org/officeDocument/2006/relationships/notesMaster" Target="/ppt/notesMasters/notesMaster1.xml" Id="Rd8ef4e184edc4b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a3b5d1f18e4f55" /><Relationship Type="http://schemas.openxmlformats.org/officeDocument/2006/relationships/notesMaster" Target="/ppt/notesMasters/notesMaster1.xml" Id="R588056e7235248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8ac171789c4486" /><Relationship Type="http://schemas.openxmlformats.org/officeDocument/2006/relationships/notesMaster" Target="/ppt/notesMasters/notesMaster1.xml" Id="Ra491ed94da764b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6e5630b9484748" /><Relationship Type="http://schemas.openxmlformats.org/officeDocument/2006/relationships/notesMaster" Target="/ppt/notesMasters/notesMaster1.xml" Id="R5054a3440f204c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28ee695c3d47ab" /><Relationship Type="http://schemas.openxmlformats.org/officeDocument/2006/relationships/notesMaster" Target="/ppt/notesMasters/notesMaster1.xml" Id="Redca5ac58e9b40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5f98290c08409b" /><Relationship Type="http://schemas.openxmlformats.org/officeDocument/2006/relationships/notesMaster" Target="/ppt/notesMasters/notesMaster1.xml" Id="R7126c184801842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19fd59d18540fc" /><Relationship Type="http://schemas.openxmlformats.org/officeDocument/2006/relationships/notesMaster" Target="/ppt/notesMasters/notesMaster1.xml" Id="Rd312768462554e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1cf1b8379a494f" /><Relationship Type="http://schemas.openxmlformats.org/officeDocument/2006/relationships/notesMaster" Target="/ppt/notesMasters/notesMaster1.xml" Id="Rc2b7cf439e5c411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234ae83ff34427" /><Relationship Type="http://schemas.openxmlformats.org/officeDocument/2006/relationships/notesMaster" Target="/ppt/notesMasters/notesMaster1.xml" Id="R2d2a558e4a7a4c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5b1be33f9445ea" /><Relationship Type="http://schemas.openxmlformats.org/officeDocument/2006/relationships/notesMaster" Target="/ppt/notesMasters/notesMaster1.xml" Id="Rdcc70dfe3b484a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4080dfb6c74bf4" /><Relationship Type="http://schemas.openxmlformats.org/officeDocument/2006/relationships/notesMaster" Target="/ppt/notesMasters/notesMaster1.xml" Id="Re4c88cb11acf48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1.1.0,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a79b42cf2249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3aced4d09947cf" /><Relationship Type="http://schemas.openxmlformats.org/officeDocument/2006/relationships/slideLayout" Target="/ppt/slideLayouts/slideLayout1.xml" Id="R83ff074c86904e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ff074c86904e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84267adb24b35" /><Relationship Type="http://schemas.openxmlformats.org/officeDocument/2006/relationships/hyperlink" Target="https://github.com/toughdave/job-search" TargetMode="External" Id="R6101db6dc191453d" /><Relationship Type="http://schemas.openxmlformats.org/officeDocument/2006/relationships/notesSlide" Target="/ppt/notesSlides/notesSlide1.xml" Id="Rdae486faa0bc45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f155d0cab41ea" /><Relationship Type="http://schemas.openxmlformats.org/officeDocument/2006/relationships/hyperlink" Target="https://learn.chatgpt.com/docs/app" TargetMode="External" Id="Re2deeac3aa6e443b" /><Relationship Type="http://schemas.openxmlformats.org/officeDocument/2006/relationships/hyperlink" Target="https://learn.chatgpt.com/docs/windows/windows-app#download-the-chatgpt-desktop-app" TargetMode="External" Id="Rd8fe176086a34ae1" /><Relationship Type="http://schemas.openxmlformats.org/officeDocument/2006/relationships/hyperlink" Target="https://claude.com/download" TargetMode="External" Id="R3032b6254e33481e" /><Relationship Type="http://schemas.openxmlformats.org/officeDocument/2006/relationships/hyperlink" Target="https://code.claude.com/docs/en/desktop-quickstart" TargetMode="External" Id="Rcff9d67eed2a4f54" /><Relationship Type="http://schemas.openxmlformats.org/officeDocument/2006/relationships/notesSlide" Target="/ppt/notesSlides/notesSlide2.xml" Id="R3415b4d449ab45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1e69c1c9a45a5" /><Relationship Type="http://schemas.openxmlformats.org/officeDocument/2006/relationships/image" Target="/ppt/media/image.png" Id="R9cd37d1804854025" /><Relationship Type="http://schemas.openxmlformats.org/officeDocument/2006/relationships/notesSlide" Target="/ppt/notesSlides/notesSlide3.xml" Id="R1ecd42fc2dfc45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9e0f02a6c4df6" /><Relationship Type="http://schemas.openxmlformats.org/officeDocument/2006/relationships/image" Target="/ppt/media/image2.png" Id="Rd0c47d3b039f421f" /><Relationship Type="http://schemas.openxmlformats.org/officeDocument/2006/relationships/notesSlide" Target="/ppt/notesSlides/notesSlide4.xml" Id="Ra5f699bfa05f4e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5757fb852e438a" /><Relationship Type="http://schemas.openxmlformats.org/officeDocument/2006/relationships/image" Target="/ppt/media/image3.png" Id="Rd5fe6c7e275e4fc2" /><Relationship Type="http://schemas.openxmlformats.org/officeDocument/2006/relationships/notesSlide" Target="/ppt/notesSlides/notesSlide5.xml" Id="Rc61acf96470b40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195a1ab294818" /><Relationship Type="http://schemas.openxmlformats.org/officeDocument/2006/relationships/image" Target="/ppt/media/image4.png" Id="R6e31c458a3cc4a6b" /><Relationship Type="http://schemas.openxmlformats.org/officeDocument/2006/relationships/notesSlide" Target="/ppt/notesSlides/notesSlide6.xml" Id="R49e8994a749f4f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1c3a29549442c" /><Relationship Type="http://schemas.openxmlformats.org/officeDocument/2006/relationships/notesSlide" Target="/ppt/notesSlides/notesSlide7.xml" Id="R7de1eb00810d42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8dc74e35647d7" /><Relationship Type="http://schemas.openxmlformats.org/officeDocument/2006/relationships/hyperlink" Target="https://github.com/toughdave/job-search#3-copy-the-start-message-then-press-send" TargetMode="External" Id="Rdecd1c4081a64b97" /><Relationship Type="http://schemas.openxmlformats.org/officeDocument/2006/relationships/notesSlide" Target="/ppt/notesSlides/notesSlide8.xml" Id="Ra122a10c5f5d4c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771bd468a40e5" /><Relationship Type="http://schemas.openxmlformats.org/officeDocument/2006/relationships/notesSlide" Target="/ppt/notesSlides/notesSlide9.xml" Id="R05887cf1db294d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5394b48754516" /><Relationship Type="http://schemas.openxmlformats.org/officeDocument/2006/relationships/notesSlide" Target="/ppt/notesSlides/notesSlide10.xml" Id="R6460bfc7a86447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63e3fa0b64b52" /><Relationship Type="http://schemas.openxmlformats.org/officeDocument/2006/relationships/notesSlide" Target="/ppt/notesSlides/notesSlide11.xml" Id="R01342049370c41d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da63dccc64d51" /><Relationship Type="http://schemas.openxmlformats.org/officeDocument/2006/relationships/hyperlink" Target="https://github.com/toughdave/job-search" TargetMode="External" Id="Rb83e9f62f28843c2" /><Relationship Type="http://schemas.openxmlformats.org/officeDocument/2006/relationships/notesSlide" Target="/ppt/notesSlides/notesSlide12.xml" Id="R122a2cccfbdb4c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F9DC22-1083-456E-B0A2-5154D879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246F9C-B72E-48F9-AB87-290BB1FA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D48B1-3A5B-47F1-832F-8FFD21D9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4E9C3F-8956-4C51-B51A-A1593413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6101db6dc191453d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680435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A5B35-9845-4F1D-9126-DD31E0D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Before you begin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D6EED-2BF3-4FB6-8385-17EFAB2B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38F20-FE95-4DA7-B7A4-1C63D028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BB51E-606E-4CB2-B4F8-F4CBBF46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9B14A-1893-411F-B037-E723FF96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56F64A-207D-4E26-ABD5-55CE0837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e2deeac3aa6e443b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3D013A-24C9-4908-9013-7E173708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8fe176086a34ae1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51F6EB-476A-4726-9512-DDFB6D81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AD74B-FBD8-4D38-8CCA-1E40DCA2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C785D1-485B-4E0D-AEBE-7BE9FCA3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3032b6254e33481e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D717E-E2FF-465A-A12E-4DBD434E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cff9d67eed2a4f54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B14738-5306-4875-A9A9-A6B845C5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20853876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477C7-A35A-43D6-BAAE-4D8677C4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Your local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E66EB-A5A8-435F-867C-A885119D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7D3D0-B33F-4AFE-A444-3E17250B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37d1804854025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1D591-CDAD-4D78-A7EF-844EDFD1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19765629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D4190-CF08-43C5-97A2-7EBABD1E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A folder for your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DF87F-4BB4-4E6D-85B0-E738E42F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3423B-1FC7-4AF1-ACF1-652F39EE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E86F9-8A75-403E-905F-15E441F9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262EA-404F-4823-80C1-E5B2833A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47d3b039f421f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647D7-F89B-4543-A8B7-1CCFD25A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5038484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C30F16-90B0-472D-AC66-21E0FA8B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1EB67A-E094-4B3A-8031-F9F45813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7FA9A-260A-4853-A43E-BDDC8878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e6c7e275e4fc2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F5924-E5B6-4C50-951D-623C7D0E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60857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52A71-A5FE-404F-B48E-FF80AAFD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18A3D-352D-4D6C-9A03-7F82DD0B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5398F-769D-4DD1-BCC4-D00C885B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1c458a3cc4a6b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FA447-E449-4C96-984D-B994008A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4698944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DED7C-9F5E-4541-B9E0-A1FE979D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BD5DA-19B8-4AAB-8C47-996D0044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C79583-9948-4C50-9182-CD089D4D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918E6-73F5-4F97-B59F-5B34F1A8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E73C0-1005-4CE2-BB67-9DB59436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08FEA-C193-475C-86C4-60B02624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268BC-ED4A-4D53-A51E-9E48AC62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that it can read the file. It can also build a resume from your real experience.</a:t>
            </a:r>
          </a:p>
        </p:txBody>
      </p:sp>
    </p:spTree>
    <p:extLst>
      <p:ext uri="{BB962C8B-B14F-4D97-AF65-F5344CB8AC3E}">
        <p14:creationId xmlns:p14="http://schemas.microsoft.com/office/powerpoint/2010/main" val="3025290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4DBC4-D341-4CEF-97A8-91D66C25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89AFD-FB8A-4B56-BE2F-8ADF5733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DC46D-6826-41EB-9682-2EAE6AFB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74F2FB-DBA8-4166-BCD1-C35592B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17F0B-2287-4FA8-A544-1FA6AECA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CAD7C0-EA1C-4F5C-9A42-64667240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ecd1c4081a64b97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1999329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6F46D3-39CE-49F4-B4AF-41BB69D5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7AF63-618E-496D-8DCB-C4443EDF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6A6ED-C8DD-4D7B-BC0B-87E4D046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asks one question, waits, and saves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28B6E-9BCE-4716-AB78-A09F93BF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 question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C1C43-5D65-4822-A1ED-F98F38DD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“Tell me about a time you solved a problem</a:t>
            </a:r>
          </a:p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that matters for the work you want to do.”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39185-4680-481B-8B7D-FEA8223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happened. Honest qualitative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results are useful. The AI asks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39691-1186-4C7E-A08A-F2EFB7AE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 can pause, correct an answer, or decline the optional LinkedIn review.</a:t>
            </a:r>
          </a:p>
        </p:txBody>
      </p:sp>
    </p:spTree>
    <p:extLst>
      <p:ext uri="{BB962C8B-B14F-4D97-AF65-F5344CB8AC3E}">
        <p14:creationId xmlns:p14="http://schemas.microsoft.com/office/powerpoint/2010/main" val="12724169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9216BC-6A22-4CB6-8382-0AD2787C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EE6C74-3C41-4428-ACBB-D4BCEFA8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16394E-FF53-4E0E-A8CA-9CE24FD6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When enough is known, the AI prepares useful documents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keeps your search records in a separate private location.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916EE-66C6-482C-A46D-10E1FF1B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Open the files and check your experience, dates and contact details.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Give corrections in the conversation.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7F339-638E-4B61-A88D-6AC42053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01BD8-A216-4000-9AB0-442692F4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Review the employer and final documents before authorizing a submission.</a:t>
            </a:r>
          </a:p>
        </p:txBody>
      </p:sp>
    </p:spTree>
    <p:extLst>
      <p:ext uri="{BB962C8B-B14F-4D97-AF65-F5344CB8AC3E}">
        <p14:creationId xmlns:p14="http://schemas.microsoft.com/office/powerpoint/2010/main" val="18062651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C9276-686F-4092-82B1-D8E35D57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D843F-1C8E-4805-9C8D-ACBD1605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E85178-4AA1-404E-AB59-6B3FC3E6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Reopen the same local project and conversation.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784B8B-CB34-4915-A334-677A6D96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A924D-6801-4C5F-8C23-B42519DB6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usually do not reinstall or attach the same resume again.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15A6AD-BF8A-4786-A8C1-6C10EBB4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21089128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CED88-0134-4238-B8E9-AD955EAA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CD037-52B0-40D2-AB5A-BA123C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61935A-A3B9-46BA-9231-61DC043F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37D5D-AABC-4ED0-BEF0-BA773542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“Check whether job-search is installed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this project and help me load it.”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EFBEE0-DB46-4089-93EC-6D32199B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98B804-5BAD-4103-A36F-5C2F2CB8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13B433-2A8D-401A-9D5F-E1546ECA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New chat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71F83-64C1-41A5-80D5-19375164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Provide the private records location the AI gave you. Say: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“Resume my existing search here; do not start over.”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35B68F-216E-4A36-AAEC-3450AFCF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b83e9f62f28843c2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8845059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2026-09-12T19:07:11.5580000Z</dcterms:created>
  <dcterms:modified xsi:type="dcterms:W3CDTF">2026-09-12T19:07:11.5580000Z</dcterms:modified>
</coreProperties>
</file>